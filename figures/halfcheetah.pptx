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269163" cy="4748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5187" y="777080"/>
            <a:ext cx="6178789" cy="1653082"/>
          </a:xfrm>
        </p:spPr>
        <p:txBody>
          <a:bodyPr anchor="b"/>
          <a:lstStyle>
            <a:lvl1pPr algn="ctr">
              <a:defRPr sz="415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8646" y="2493911"/>
            <a:ext cx="5451872" cy="1146385"/>
          </a:xfrm>
        </p:spPr>
        <p:txBody>
          <a:bodyPr/>
          <a:lstStyle>
            <a:lvl1pPr marL="0" indent="0" algn="ctr">
              <a:buNone/>
              <a:defRPr sz="1662"/>
            </a:lvl1pPr>
            <a:lvl2pPr marL="316565" indent="0" algn="ctr">
              <a:buNone/>
              <a:defRPr sz="1385"/>
            </a:lvl2pPr>
            <a:lvl3pPr marL="633131" indent="0" algn="ctr">
              <a:buNone/>
              <a:defRPr sz="1246"/>
            </a:lvl3pPr>
            <a:lvl4pPr marL="949696" indent="0" algn="ctr">
              <a:buNone/>
              <a:defRPr sz="1108"/>
            </a:lvl4pPr>
            <a:lvl5pPr marL="1266261" indent="0" algn="ctr">
              <a:buNone/>
              <a:defRPr sz="1108"/>
            </a:lvl5pPr>
            <a:lvl6pPr marL="1582826" indent="0" algn="ctr">
              <a:buNone/>
              <a:defRPr sz="1108"/>
            </a:lvl6pPr>
            <a:lvl7pPr marL="1899392" indent="0" algn="ctr">
              <a:buNone/>
              <a:defRPr sz="1108"/>
            </a:lvl7pPr>
            <a:lvl8pPr marL="2215957" indent="0" algn="ctr">
              <a:buNone/>
              <a:defRPr sz="1108"/>
            </a:lvl8pPr>
            <a:lvl9pPr marL="2532522" indent="0" algn="ctr">
              <a:buNone/>
              <a:defRPr sz="1108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21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417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969" y="1183757"/>
            <a:ext cx="6269653" cy="1975124"/>
          </a:xfrm>
        </p:spPr>
        <p:txBody>
          <a:bodyPr anchor="b"/>
          <a:lstStyle>
            <a:lvl1pPr>
              <a:defRPr sz="415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969" y="3177567"/>
            <a:ext cx="6269653" cy="1038671"/>
          </a:xfrm>
        </p:spPr>
        <p:txBody>
          <a:bodyPr/>
          <a:lstStyle>
            <a:lvl1pPr marL="0" indent="0">
              <a:buNone/>
              <a:defRPr sz="1662">
                <a:solidFill>
                  <a:schemeClr val="tx1">
                    <a:tint val="82000"/>
                  </a:schemeClr>
                </a:solidFill>
              </a:defRPr>
            </a:lvl1pPr>
            <a:lvl2pPr marL="316565" indent="0">
              <a:buNone/>
              <a:defRPr sz="1385">
                <a:solidFill>
                  <a:schemeClr val="tx1">
                    <a:tint val="82000"/>
                  </a:schemeClr>
                </a:solidFill>
              </a:defRPr>
            </a:lvl2pPr>
            <a:lvl3pPr marL="633131" indent="0">
              <a:buNone/>
              <a:defRPr sz="1246">
                <a:solidFill>
                  <a:schemeClr val="tx1">
                    <a:tint val="82000"/>
                  </a:schemeClr>
                </a:solidFill>
              </a:defRPr>
            </a:lvl3pPr>
            <a:lvl4pPr marL="949696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4pPr>
            <a:lvl5pPr marL="1266261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5pPr>
            <a:lvl6pPr marL="1582826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6pPr>
            <a:lvl7pPr marL="1899392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7pPr>
            <a:lvl8pPr marL="2215957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8pPr>
            <a:lvl9pPr marL="2532522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9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9755" y="1263992"/>
            <a:ext cx="3089394" cy="30126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0014" y="1263992"/>
            <a:ext cx="3089394" cy="30126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755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702" y="252800"/>
            <a:ext cx="6269653" cy="91776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703" y="1163972"/>
            <a:ext cx="3075196" cy="570445"/>
          </a:xfrm>
        </p:spPr>
        <p:txBody>
          <a:bodyPr anchor="b"/>
          <a:lstStyle>
            <a:lvl1pPr marL="0" indent="0">
              <a:buNone/>
              <a:defRPr sz="1662" b="1"/>
            </a:lvl1pPr>
            <a:lvl2pPr marL="316565" indent="0">
              <a:buNone/>
              <a:defRPr sz="1385" b="1"/>
            </a:lvl2pPr>
            <a:lvl3pPr marL="633131" indent="0">
              <a:buNone/>
              <a:defRPr sz="1246" b="1"/>
            </a:lvl3pPr>
            <a:lvl4pPr marL="949696" indent="0">
              <a:buNone/>
              <a:defRPr sz="1108" b="1"/>
            </a:lvl4pPr>
            <a:lvl5pPr marL="1266261" indent="0">
              <a:buNone/>
              <a:defRPr sz="1108" b="1"/>
            </a:lvl5pPr>
            <a:lvl6pPr marL="1582826" indent="0">
              <a:buNone/>
              <a:defRPr sz="1108" b="1"/>
            </a:lvl6pPr>
            <a:lvl7pPr marL="1899392" indent="0">
              <a:buNone/>
              <a:defRPr sz="1108" b="1"/>
            </a:lvl7pPr>
            <a:lvl8pPr marL="2215957" indent="0">
              <a:buNone/>
              <a:defRPr sz="1108" b="1"/>
            </a:lvl8pPr>
            <a:lvl9pPr marL="2532522" indent="0">
              <a:buNone/>
              <a:defRPr sz="110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703" y="1734417"/>
            <a:ext cx="3075196" cy="25510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80014" y="1163972"/>
            <a:ext cx="3090341" cy="570445"/>
          </a:xfrm>
        </p:spPr>
        <p:txBody>
          <a:bodyPr anchor="b"/>
          <a:lstStyle>
            <a:lvl1pPr marL="0" indent="0">
              <a:buNone/>
              <a:defRPr sz="1662" b="1"/>
            </a:lvl1pPr>
            <a:lvl2pPr marL="316565" indent="0">
              <a:buNone/>
              <a:defRPr sz="1385" b="1"/>
            </a:lvl2pPr>
            <a:lvl3pPr marL="633131" indent="0">
              <a:buNone/>
              <a:defRPr sz="1246" b="1"/>
            </a:lvl3pPr>
            <a:lvl4pPr marL="949696" indent="0">
              <a:buNone/>
              <a:defRPr sz="1108" b="1"/>
            </a:lvl4pPr>
            <a:lvl5pPr marL="1266261" indent="0">
              <a:buNone/>
              <a:defRPr sz="1108" b="1"/>
            </a:lvl5pPr>
            <a:lvl6pPr marL="1582826" indent="0">
              <a:buNone/>
              <a:defRPr sz="1108" b="1"/>
            </a:lvl6pPr>
            <a:lvl7pPr marL="1899392" indent="0">
              <a:buNone/>
              <a:defRPr sz="1108" b="1"/>
            </a:lvl7pPr>
            <a:lvl8pPr marL="2215957" indent="0">
              <a:buNone/>
              <a:defRPr sz="1108" b="1"/>
            </a:lvl8pPr>
            <a:lvl9pPr marL="2532522" indent="0">
              <a:buNone/>
              <a:defRPr sz="110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80014" y="1734417"/>
            <a:ext cx="3090341" cy="25510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042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220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571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702" y="316548"/>
            <a:ext cx="2344494" cy="1107916"/>
          </a:xfrm>
        </p:spPr>
        <p:txBody>
          <a:bodyPr anchor="b"/>
          <a:lstStyle>
            <a:lvl1pPr>
              <a:defRPr sz="221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0341" y="683656"/>
            <a:ext cx="3680014" cy="3374309"/>
          </a:xfrm>
        </p:spPr>
        <p:txBody>
          <a:bodyPr/>
          <a:lstStyle>
            <a:lvl1pPr>
              <a:defRPr sz="2216"/>
            </a:lvl1pPr>
            <a:lvl2pPr>
              <a:defRPr sz="1939"/>
            </a:lvl2pPr>
            <a:lvl3pPr>
              <a:defRPr sz="1662"/>
            </a:lvl3pPr>
            <a:lvl4pPr>
              <a:defRPr sz="1385"/>
            </a:lvl4pPr>
            <a:lvl5pPr>
              <a:defRPr sz="1385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0702" y="1424464"/>
            <a:ext cx="2344494" cy="2638996"/>
          </a:xfrm>
        </p:spPr>
        <p:txBody>
          <a:bodyPr/>
          <a:lstStyle>
            <a:lvl1pPr marL="0" indent="0">
              <a:buNone/>
              <a:defRPr sz="1108"/>
            </a:lvl1pPr>
            <a:lvl2pPr marL="316565" indent="0">
              <a:buNone/>
              <a:defRPr sz="969"/>
            </a:lvl2pPr>
            <a:lvl3pPr marL="633131" indent="0">
              <a:buNone/>
              <a:defRPr sz="831"/>
            </a:lvl3pPr>
            <a:lvl4pPr marL="949696" indent="0">
              <a:buNone/>
              <a:defRPr sz="692"/>
            </a:lvl4pPr>
            <a:lvl5pPr marL="1266261" indent="0">
              <a:buNone/>
              <a:defRPr sz="692"/>
            </a:lvl5pPr>
            <a:lvl6pPr marL="1582826" indent="0">
              <a:buNone/>
              <a:defRPr sz="692"/>
            </a:lvl6pPr>
            <a:lvl7pPr marL="1899392" indent="0">
              <a:buNone/>
              <a:defRPr sz="692"/>
            </a:lvl7pPr>
            <a:lvl8pPr marL="2215957" indent="0">
              <a:buNone/>
              <a:defRPr sz="692"/>
            </a:lvl8pPr>
            <a:lvl9pPr marL="2532522" indent="0">
              <a:buNone/>
              <a:defRPr sz="69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91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702" y="316548"/>
            <a:ext cx="2344494" cy="1107916"/>
          </a:xfrm>
        </p:spPr>
        <p:txBody>
          <a:bodyPr anchor="b"/>
          <a:lstStyle>
            <a:lvl1pPr>
              <a:defRPr sz="221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90341" y="683656"/>
            <a:ext cx="3680014" cy="3374309"/>
          </a:xfrm>
        </p:spPr>
        <p:txBody>
          <a:bodyPr anchor="t"/>
          <a:lstStyle>
            <a:lvl1pPr marL="0" indent="0">
              <a:buNone/>
              <a:defRPr sz="2216"/>
            </a:lvl1pPr>
            <a:lvl2pPr marL="316565" indent="0">
              <a:buNone/>
              <a:defRPr sz="1939"/>
            </a:lvl2pPr>
            <a:lvl3pPr marL="633131" indent="0">
              <a:buNone/>
              <a:defRPr sz="1662"/>
            </a:lvl3pPr>
            <a:lvl4pPr marL="949696" indent="0">
              <a:buNone/>
              <a:defRPr sz="1385"/>
            </a:lvl4pPr>
            <a:lvl5pPr marL="1266261" indent="0">
              <a:buNone/>
              <a:defRPr sz="1385"/>
            </a:lvl5pPr>
            <a:lvl6pPr marL="1582826" indent="0">
              <a:buNone/>
              <a:defRPr sz="1385"/>
            </a:lvl6pPr>
            <a:lvl7pPr marL="1899392" indent="0">
              <a:buNone/>
              <a:defRPr sz="1385"/>
            </a:lvl7pPr>
            <a:lvl8pPr marL="2215957" indent="0">
              <a:buNone/>
              <a:defRPr sz="1385"/>
            </a:lvl8pPr>
            <a:lvl9pPr marL="2532522" indent="0">
              <a:buNone/>
              <a:defRPr sz="138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0702" y="1424464"/>
            <a:ext cx="2344494" cy="2638996"/>
          </a:xfrm>
        </p:spPr>
        <p:txBody>
          <a:bodyPr/>
          <a:lstStyle>
            <a:lvl1pPr marL="0" indent="0">
              <a:buNone/>
              <a:defRPr sz="1108"/>
            </a:lvl1pPr>
            <a:lvl2pPr marL="316565" indent="0">
              <a:buNone/>
              <a:defRPr sz="969"/>
            </a:lvl2pPr>
            <a:lvl3pPr marL="633131" indent="0">
              <a:buNone/>
              <a:defRPr sz="831"/>
            </a:lvl3pPr>
            <a:lvl4pPr marL="949696" indent="0">
              <a:buNone/>
              <a:defRPr sz="692"/>
            </a:lvl4pPr>
            <a:lvl5pPr marL="1266261" indent="0">
              <a:buNone/>
              <a:defRPr sz="692"/>
            </a:lvl5pPr>
            <a:lvl6pPr marL="1582826" indent="0">
              <a:buNone/>
              <a:defRPr sz="692"/>
            </a:lvl6pPr>
            <a:lvl7pPr marL="1899392" indent="0">
              <a:buNone/>
              <a:defRPr sz="692"/>
            </a:lvl7pPr>
            <a:lvl8pPr marL="2215957" indent="0">
              <a:buNone/>
              <a:defRPr sz="692"/>
            </a:lvl8pPr>
            <a:lvl9pPr marL="2532522" indent="0">
              <a:buNone/>
              <a:defRPr sz="69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64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38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01995" y="252798"/>
            <a:ext cx="1567413" cy="402389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9755" y="252798"/>
            <a:ext cx="4611375" cy="402389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12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9755" y="252800"/>
            <a:ext cx="6269653" cy="917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755" y="1263992"/>
            <a:ext cx="6269653" cy="301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9755" y="4400891"/>
            <a:ext cx="1635562" cy="2527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47B6B-A9EA-44FA-8203-CB3E279EEC64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7910" y="4400891"/>
            <a:ext cx="2453343" cy="2527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33846" y="4400891"/>
            <a:ext cx="1635562" cy="2527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73247-F29E-43F7-A155-5662D4232A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389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33131" rtl="0" eaLnBrk="1" latinLnBrk="0" hangingPunct="1">
        <a:lnSpc>
          <a:spcPct val="90000"/>
        </a:lnSpc>
        <a:spcBef>
          <a:spcPct val="0"/>
        </a:spcBef>
        <a:buNone/>
        <a:defRPr sz="30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283" indent="-158283" algn="l" defTabSz="633131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1pPr>
      <a:lvl2pPr marL="474848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791413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107978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424544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741109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2057674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374240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690805" indent="-158283" algn="l" defTabSz="6331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65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131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696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261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826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392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957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522" algn="l" defTabSz="633131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53DB8AB-17D3-CDD9-3DEF-8D45A0B7869B}"/>
              </a:ext>
            </a:extLst>
          </p:cNvPr>
          <p:cNvGrpSpPr>
            <a:grpSpLocks noChangeAspect="1"/>
          </p:cNvGrpSpPr>
          <p:nvPr/>
        </p:nvGrpSpPr>
        <p:grpSpPr>
          <a:xfrm>
            <a:off x="94263" y="0"/>
            <a:ext cx="7080636" cy="4716000"/>
            <a:chOff x="672029" y="1163900"/>
            <a:chExt cx="7269454" cy="484176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41D317A-3C40-C69C-A38A-538968B33B7B}"/>
                </a:ext>
              </a:extLst>
            </p:cNvPr>
            <p:cNvSpPr/>
            <p:nvPr/>
          </p:nvSpPr>
          <p:spPr>
            <a:xfrm rot="13478176" flipH="1">
              <a:off x="6826026" y="1163900"/>
              <a:ext cx="305640" cy="14778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693266903">
                    <a:custGeom>
                      <a:avLst/>
                      <a:gdLst>
                        <a:gd name="connsiteX0" fmla="*/ 0 w 305640"/>
                        <a:gd name="connsiteY0" fmla="*/ 0 h 1477843"/>
                        <a:gd name="connsiteX1" fmla="*/ 305640 w 305640"/>
                        <a:gd name="connsiteY1" fmla="*/ 0 h 1477843"/>
                        <a:gd name="connsiteX2" fmla="*/ 305640 w 305640"/>
                        <a:gd name="connsiteY2" fmla="*/ 477836 h 1477843"/>
                        <a:gd name="connsiteX3" fmla="*/ 305640 w 305640"/>
                        <a:gd name="connsiteY3" fmla="*/ 985229 h 1477843"/>
                        <a:gd name="connsiteX4" fmla="*/ 305640 w 305640"/>
                        <a:gd name="connsiteY4" fmla="*/ 1477843 h 1477843"/>
                        <a:gd name="connsiteX5" fmla="*/ 0 w 305640"/>
                        <a:gd name="connsiteY5" fmla="*/ 1477843 h 1477843"/>
                        <a:gd name="connsiteX6" fmla="*/ 0 w 305640"/>
                        <a:gd name="connsiteY6" fmla="*/ 955672 h 1477843"/>
                        <a:gd name="connsiteX7" fmla="*/ 0 w 305640"/>
                        <a:gd name="connsiteY7" fmla="*/ 492614 h 1477843"/>
                        <a:gd name="connsiteX8" fmla="*/ 0 w 305640"/>
                        <a:gd name="connsiteY8" fmla="*/ 0 h 14778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05640" h="1477843" fill="none" extrusionOk="0">
                          <a:moveTo>
                            <a:pt x="0" y="0"/>
                          </a:moveTo>
                          <a:cubicBezTo>
                            <a:pt x="147884" y="-14322"/>
                            <a:pt x="207959" y="3330"/>
                            <a:pt x="305640" y="0"/>
                          </a:cubicBezTo>
                          <a:cubicBezTo>
                            <a:pt x="343106" y="184029"/>
                            <a:pt x="265677" y="341475"/>
                            <a:pt x="305640" y="477836"/>
                          </a:cubicBezTo>
                          <a:cubicBezTo>
                            <a:pt x="345603" y="614197"/>
                            <a:pt x="263478" y="777770"/>
                            <a:pt x="305640" y="985229"/>
                          </a:cubicBezTo>
                          <a:cubicBezTo>
                            <a:pt x="347802" y="1192688"/>
                            <a:pt x="284273" y="1245922"/>
                            <a:pt x="305640" y="1477843"/>
                          </a:cubicBezTo>
                          <a:cubicBezTo>
                            <a:pt x="238634" y="1483400"/>
                            <a:pt x="107675" y="1459939"/>
                            <a:pt x="0" y="1477843"/>
                          </a:cubicBezTo>
                          <a:cubicBezTo>
                            <a:pt x="-40927" y="1341245"/>
                            <a:pt x="20977" y="1096842"/>
                            <a:pt x="0" y="955672"/>
                          </a:cubicBezTo>
                          <a:cubicBezTo>
                            <a:pt x="-20977" y="814502"/>
                            <a:pt x="4758" y="692074"/>
                            <a:pt x="0" y="492614"/>
                          </a:cubicBezTo>
                          <a:cubicBezTo>
                            <a:pt x="-4758" y="293154"/>
                            <a:pt x="53450" y="126081"/>
                            <a:pt x="0" y="0"/>
                          </a:cubicBezTo>
                          <a:close/>
                        </a:path>
                        <a:path w="305640" h="1477843" stroke="0" extrusionOk="0">
                          <a:moveTo>
                            <a:pt x="0" y="0"/>
                          </a:moveTo>
                          <a:cubicBezTo>
                            <a:pt x="136061" y="-22880"/>
                            <a:pt x="177043" y="11039"/>
                            <a:pt x="305640" y="0"/>
                          </a:cubicBezTo>
                          <a:cubicBezTo>
                            <a:pt x="354536" y="176962"/>
                            <a:pt x="290984" y="317319"/>
                            <a:pt x="305640" y="448279"/>
                          </a:cubicBezTo>
                          <a:cubicBezTo>
                            <a:pt x="320296" y="579239"/>
                            <a:pt x="292208" y="753281"/>
                            <a:pt x="305640" y="955672"/>
                          </a:cubicBezTo>
                          <a:cubicBezTo>
                            <a:pt x="319072" y="1158063"/>
                            <a:pt x="256326" y="1225483"/>
                            <a:pt x="305640" y="1477843"/>
                          </a:cubicBezTo>
                          <a:cubicBezTo>
                            <a:pt x="223710" y="1484933"/>
                            <a:pt x="71268" y="1476217"/>
                            <a:pt x="0" y="1477843"/>
                          </a:cubicBezTo>
                          <a:cubicBezTo>
                            <a:pt x="-32001" y="1296095"/>
                            <a:pt x="20297" y="1151819"/>
                            <a:pt x="0" y="970450"/>
                          </a:cubicBezTo>
                          <a:cubicBezTo>
                            <a:pt x="-20297" y="789081"/>
                            <a:pt x="31792" y="612237"/>
                            <a:pt x="0" y="463057"/>
                          </a:cubicBezTo>
                          <a:cubicBezTo>
                            <a:pt x="-31792" y="313877"/>
                            <a:pt x="51770" y="117962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0337440A-0763-792C-76D4-4A6A889C559B}"/>
                </a:ext>
              </a:extLst>
            </p:cNvPr>
            <p:cNvGrpSpPr/>
            <p:nvPr/>
          </p:nvGrpSpPr>
          <p:grpSpPr>
            <a:xfrm rot="15967353">
              <a:off x="3709321" y="147887"/>
              <a:ext cx="305640" cy="5115681"/>
              <a:chOff x="1055921" y="4712666"/>
              <a:chExt cx="305640" cy="48609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49F72AE-969F-801F-8D02-BE85AC9CBCFE}"/>
                  </a:ext>
                </a:extLst>
              </p:cNvPr>
              <p:cNvSpPr/>
              <p:nvPr/>
            </p:nvSpPr>
            <p:spPr>
              <a:xfrm flipH="1">
                <a:off x="1055921" y="4716057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753351153">
                      <a:custGeom>
                        <a:avLst/>
                        <a:gdLst>
                          <a:gd name="connsiteX0" fmla="*/ 0 w 305640"/>
                          <a:gd name="connsiteY0" fmla="*/ 0 h 5079994"/>
                          <a:gd name="connsiteX1" fmla="*/ 305640 w 305640"/>
                          <a:gd name="connsiteY1" fmla="*/ 0 h 5079994"/>
                          <a:gd name="connsiteX2" fmla="*/ 305640 w 305640"/>
                          <a:gd name="connsiteY2" fmla="*/ 412044 h 5079994"/>
                          <a:gd name="connsiteX3" fmla="*/ 305640 w 305640"/>
                          <a:gd name="connsiteY3" fmla="*/ 1027288 h 5079994"/>
                          <a:gd name="connsiteX4" fmla="*/ 305640 w 305640"/>
                          <a:gd name="connsiteY4" fmla="*/ 1693331 h 5079994"/>
                          <a:gd name="connsiteX5" fmla="*/ 305640 w 305640"/>
                          <a:gd name="connsiteY5" fmla="*/ 2359375 h 5079994"/>
                          <a:gd name="connsiteX6" fmla="*/ 305640 w 305640"/>
                          <a:gd name="connsiteY6" fmla="*/ 2974619 h 5079994"/>
                          <a:gd name="connsiteX7" fmla="*/ 305640 w 305640"/>
                          <a:gd name="connsiteY7" fmla="*/ 3589862 h 5079994"/>
                          <a:gd name="connsiteX8" fmla="*/ 305640 w 305640"/>
                          <a:gd name="connsiteY8" fmla="*/ 4255906 h 5079994"/>
                          <a:gd name="connsiteX9" fmla="*/ 305640 w 305640"/>
                          <a:gd name="connsiteY9" fmla="*/ 5079994 h 5079994"/>
                          <a:gd name="connsiteX10" fmla="*/ 0 w 305640"/>
                          <a:gd name="connsiteY10" fmla="*/ 5079994 h 5079994"/>
                          <a:gd name="connsiteX11" fmla="*/ 0 w 305640"/>
                          <a:gd name="connsiteY11" fmla="*/ 4515550 h 5079994"/>
                          <a:gd name="connsiteX12" fmla="*/ 0 w 305640"/>
                          <a:gd name="connsiteY12" fmla="*/ 3951106 h 5079994"/>
                          <a:gd name="connsiteX13" fmla="*/ 0 w 305640"/>
                          <a:gd name="connsiteY13" fmla="*/ 3386663 h 5079994"/>
                          <a:gd name="connsiteX14" fmla="*/ 0 w 305640"/>
                          <a:gd name="connsiteY14" fmla="*/ 2923819 h 5079994"/>
                          <a:gd name="connsiteX15" fmla="*/ 0 w 305640"/>
                          <a:gd name="connsiteY15" fmla="*/ 2308575 h 5079994"/>
                          <a:gd name="connsiteX16" fmla="*/ 0 w 305640"/>
                          <a:gd name="connsiteY16" fmla="*/ 1896531 h 5079994"/>
                          <a:gd name="connsiteX17" fmla="*/ 0 w 305640"/>
                          <a:gd name="connsiteY17" fmla="*/ 1281287 h 5079994"/>
                          <a:gd name="connsiteX18" fmla="*/ 0 w 305640"/>
                          <a:gd name="connsiteY18" fmla="*/ 818443 h 5079994"/>
                          <a:gd name="connsiteX19" fmla="*/ 0 w 305640"/>
                          <a:gd name="connsiteY19" fmla="*/ 0 h 507999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</a:cxnLst>
                        <a:rect l="l" t="t" r="r" b="b"/>
                        <a:pathLst>
                          <a:path w="305640" h="5079994" fill="none" extrusionOk="0">
                            <a:moveTo>
                              <a:pt x="0" y="0"/>
                            </a:moveTo>
                            <a:cubicBezTo>
                              <a:pt x="122459" y="-32208"/>
                              <a:pt x="225133" y="18042"/>
                              <a:pt x="305640" y="0"/>
                            </a:cubicBezTo>
                            <a:cubicBezTo>
                              <a:pt x="331376" y="91525"/>
                              <a:pt x="273658" y="316146"/>
                              <a:pt x="305640" y="412044"/>
                            </a:cubicBezTo>
                            <a:cubicBezTo>
                              <a:pt x="337622" y="507942"/>
                              <a:pt x="288189" y="805125"/>
                              <a:pt x="305640" y="1027288"/>
                            </a:cubicBezTo>
                            <a:cubicBezTo>
                              <a:pt x="323091" y="1249451"/>
                              <a:pt x="282323" y="1448753"/>
                              <a:pt x="305640" y="1693331"/>
                            </a:cubicBezTo>
                            <a:cubicBezTo>
                              <a:pt x="328957" y="1937909"/>
                              <a:pt x="290798" y="2079326"/>
                              <a:pt x="305640" y="2359375"/>
                            </a:cubicBezTo>
                            <a:cubicBezTo>
                              <a:pt x="320482" y="2639424"/>
                              <a:pt x="303960" y="2693704"/>
                              <a:pt x="305640" y="2974619"/>
                            </a:cubicBezTo>
                            <a:cubicBezTo>
                              <a:pt x="307320" y="3255534"/>
                              <a:pt x="258735" y="3339385"/>
                              <a:pt x="305640" y="3589862"/>
                            </a:cubicBezTo>
                            <a:cubicBezTo>
                              <a:pt x="352545" y="3840339"/>
                              <a:pt x="239664" y="4028745"/>
                              <a:pt x="305640" y="4255906"/>
                            </a:cubicBezTo>
                            <a:cubicBezTo>
                              <a:pt x="371616" y="4483067"/>
                              <a:pt x="262836" y="4830340"/>
                              <a:pt x="305640" y="5079994"/>
                            </a:cubicBezTo>
                            <a:cubicBezTo>
                              <a:pt x="212402" y="5116491"/>
                              <a:pt x="70864" y="5051272"/>
                              <a:pt x="0" y="5079994"/>
                            </a:cubicBezTo>
                            <a:cubicBezTo>
                              <a:pt x="-27587" y="4911182"/>
                              <a:pt x="54892" y="4732767"/>
                              <a:pt x="0" y="4515550"/>
                            </a:cubicBezTo>
                            <a:cubicBezTo>
                              <a:pt x="-54892" y="4298333"/>
                              <a:pt x="47369" y="4223890"/>
                              <a:pt x="0" y="3951106"/>
                            </a:cubicBezTo>
                            <a:cubicBezTo>
                              <a:pt x="-47369" y="3678322"/>
                              <a:pt x="26454" y="3556264"/>
                              <a:pt x="0" y="3386663"/>
                            </a:cubicBezTo>
                            <a:cubicBezTo>
                              <a:pt x="-26454" y="3217062"/>
                              <a:pt x="17958" y="3025273"/>
                              <a:pt x="0" y="2923819"/>
                            </a:cubicBezTo>
                            <a:cubicBezTo>
                              <a:pt x="-17958" y="2822365"/>
                              <a:pt x="70631" y="2514630"/>
                              <a:pt x="0" y="2308575"/>
                            </a:cubicBezTo>
                            <a:cubicBezTo>
                              <a:pt x="-70631" y="2102520"/>
                              <a:pt x="23791" y="2075345"/>
                              <a:pt x="0" y="1896531"/>
                            </a:cubicBezTo>
                            <a:cubicBezTo>
                              <a:pt x="-23791" y="1717717"/>
                              <a:pt x="56758" y="1464448"/>
                              <a:pt x="0" y="1281287"/>
                            </a:cubicBezTo>
                            <a:cubicBezTo>
                              <a:pt x="-56758" y="1098126"/>
                              <a:pt x="39331" y="994043"/>
                              <a:pt x="0" y="818443"/>
                            </a:cubicBezTo>
                            <a:cubicBezTo>
                              <a:pt x="-39331" y="642843"/>
                              <a:pt x="86214" y="268249"/>
                              <a:pt x="0" y="0"/>
                            </a:cubicBezTo>
                            <a:close/>
                          </a:path>
                          <a:path w="305640" h="5079994" stroke="0" extrusionOk="0">
                            <a:moveTo>
                              <a:pt x="0" y="0"/>
                            </a:moveTo>
                            <a:cubicBezTo>
                              <a:pt x="105998" y="-23725"/>
                              <a:pt x="220925" y="15372"/>
                              <a:pt x="305640" y="0"/>
                            </a:cubicBezTo>
                            <a:cubicBezTo>
                              <a:pt x="312055" y="301412"/>
                              <a:pt x="298752" y="447071"/>
                              <a:pt x="305640" y="615244"/>
                            </a:cubicBezTo>
                            <a:cubicBezTo>
                              <a:pt x="312528" y="783417"/>
                              <a:pt x="275741" y="979155"/>
                              <a:pt x="305640" y="1128888"/>
                            </a:cubicBezTo>
                            <a:cubicBezTo>
                              <a:pt x="335539" y="1278621"/>
                              <a:pt x="240950" y="1452933"/>
                              <a:pt x="305640" y="1693331"/>
                            </a:cubicBezTo>
                            <a:cubicBezTo>
                              <a:pt x="370330" y="1933729"/>
                              <a:pt x="270473" y="1901785"/>
                              <a:pt x="305640" y="2105375"/>
                            </a:cubicBezTo>
                            <a:cubicBezTo>
                              <a:pt x="340807" y="2308965"/>
                              <a:pt x="258781" y="2562043"/>
                              <a:pt x="305640" y="2720619"/>
                            </a:cubicBezTo>
                            <a:cubicBezTo>
                              <a:pt x="352499" y="2879195"/>
                              <a:pt x="300715" y="3114289"/>
                              <a:pt x="305640" y="3335863"/>
                            </a:cubicBezTo>
                            <a:cubicBezTo>
                              <a:pt x="310565" y="3557437"/>
                              <a:pt x="246123" y="3724965"/>
                              <a:pt x="305640" y="3849507"/>
                            </a:cubicBezTo>
                            <a:cubicBezTo>
                              <a:pt x="365157" y="3974049"/>
                              <a:pt x="270123" y="4362384"/>
                              <a:pt x="305640" y="4515550"/>
                            </a:cubicBezTo>
                            <a:cubicBezTo>
                              <a:pt x="341157" y="4668716"/>
                              <a:pt x="254876" y="4939045"/>
                              <a:pt x="305640" y="5079994"/>
                            </a:cubicBezTo>
                            <a:cubicBezTo>
                              <a:pt x="206998" y="5091281"/>
                              <a:pt x="108841" y="5072790"/>
                              <a:pt x="0" y="5079994"/>
                            </a:cubicBezTo>
                            <a:cubicBezTo>
                              <a:pt x="-42886" y="4780516"/>
                              <a:pt x="16059" y="4746749"/>
                              <a:pt x="0" y="4413950"/>
                            </a:cubicBezTo>
                            <a:cubicBezTo>
                              <a:pt x="-16059" y="4081151"/>
                              <a:pt x="64706" y="4067517"/>
                              <a:pt x="0" y="3849507"/>
                            </a:cubicBezTo>
                            <a:cubicBezTo>
                              <a:pt x="-64706" y="3631497"/>
                              <a:pt x="13995" y="3478953"/>
                              <a:pt x="0" y="3335863"/>
                            </a:cubicBezTo>
                            <a:cubicBezTo>
                              <a:pt x="-13995" y="3192773"/>
                              <a:pt x="27583" y="2952402"/>
                              <a:pt x="0" y="2771419"/>
                            </a:cubicBezTo>
                            <a:cubicBezTo>
                              <a:pt x="-27583" y="2590436"/>
                              <a:pt x="47869" y="2400646"/>
                              <a:pt x="0" y="2257775"/>
                            </a:cubicBezTo>
                            <a:cubicBezTo>
                              <a:pt x="-47869" y="2114904"/>
                              <a:pt x="34645" y="1947915"/>
                              <a:pt x="0" y="1693331"/>
                            </a:cubicBezTo>
                            <a:cubicBezTo>
                              <a:pt x="-34645" y="1438747"/>
                              <a:pt x="23549" y="1355841"/>
                              <a:pt x="0" y="1179687"/>
                            </a:cubicBezTo>
                            <a:cubicBezTo>
                              <a:pt x="-23549" y="1003533"/>
                              <a:pt x="56429" y="711217"/>
                              <a:pt x="0" y="564444"/>
                            </a:cubicBezTo>
                            <a:cubicBezTo>
                              <a:pt x="-56429" y="417671"/>
                              <a:pt x="63314" y="21254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7012D78D-B607-EE7D-4EC8-7E9F8E40F8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6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E6163E6F-ABF4-C820-F084-C73457C12991}"/>
                </a:ext>
              </a:extLst>
            </p:cNvPr>
            <p:cNvGrpSpPr/>
            <p:nvPr/>
          </p:nvGrpSpPr>
          <p:grpSpPr>
            <a:xfrm rot="2475795">
              <a:off x="2950290" y="4798493"/>
              <a:ext cx="305640" cy="893841"/>
              <a:chOff x="1055921" y="4507095"/>
              <a:chExt cx="305640" cy="89384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5A5E8ED-6B5E-70B4-75C9-F3226FF79EF4}"/>
                  </a:ext>
                </a:extLst>
              </p:cNvPr>
              <p:cNvSpPr/>
              <p:nvPr/>
            </p:nvSpPr>
            <p:spPr>
              <a:xfrm flipH="1">
                <a:off x="1055921" y="4716057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675978946">
                      <a:custGeom>
                        <a:avLst/>
                        <a:gdLst>
                          <a:gd name="connsiteX0" fmla="*/ 0 w 305640"/>
                          <a:gd name="connsiteY0" fmla="*/ 0 h 482699"/>
                          <a:gd name="connsiteX1" fmla="*/ 305640 w 305640"/>
                          <a:gd name="connsiteY1" fmla="*/ 0 h 482699"/>
                          <a:gd name="connsiteX2" fmla="*/ 305640 w 305640"/>
                          <a:gd name="connsiteY2" fmla="*/ 482699 h 482699"/>
                          <a:gd name="connsiteX3" fmla="*/ 0 w 305640"/>
                          <a:gd name="connsiteY3" fmla="*/ 482699 h 482699"/>
                          <a:gd name="connsiteX4" fmla="*/ 0 w 305640"/>
                          <a:gd name="connsiteY4" fmla="*/ 0 h 4826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05640" h="482699" fill="none" extrusionOk="0">
                            <a:moveTo>
                              <a:pt x="0" y="0"/>
                            </a:moveTo>
                            <a:cubicBezTo>
                              <a:pt x="129903" y="-21621"/>
                              <a:pt x="178374" y="28403"/>
                              <a:pt x="305640" y="0"/>
                            </a:cubicBezTo>
                            <a:cubicBezTo>
                              <a:pt x="342171" y="237817"/>
                              <a:pt x="259239" y="347789"/>
                              <a:pt x="305640" y="482699"/>
                            </a:cubicBezTo>
                            <a:cubicBezTo>
                              <a:pt x="228732" y="494855"/>
                              <a:pt x="146929" y="474329"/>
                              <a:pt x="0" y="482699"/>
                            </a:cubicBezTo>
                            <a:cubicBezTo>
                              <a:pt x="-54829" y="244654"/>
                              <a:pt x="34560" y="109960"/>
                              <a:pt x="0" y="0"/>
                            </a:cubicBezTo>
                            <a:close/>
                          </a:path>
                          <a:path w="305640" h="482699" stroke="0" extrusionOk="0">
                            <a:moveTo>
                              <a:pt x="0" y="0"/>
                            </a:moveTo>
                            <a:cubicBezTo>
                              <a:pt x="142820" y="-13629"/>
                              <a:pt x="212609" y="22893"/>
                              <a:pt x="305640" y="0"/>
                            </a:cubicBezTo>
                            <a:cubicBezTo>
                              <a:pt x="314726" y="194316"/>
                              <a:pt x="285266" y="338059"/>
                              <a:pt x="305640" y="482699"/>
                            </a:cubicBezTo>
                            <a:cubicBezTo>
                              <a:pt x="180449" y="489459"/>
                              <a:pt x="119855" y="465870"/>
                              <a:pt x="0" y="482699"/>
                            </a:cubicBezTo>
                            <a:cubicBezTo>
                              <a:pt x="-57083" y="373868"/>
                              <a:pt x="42479" y="16142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12" name="Connecteur droit 11">
                <a:extLst>
                  <a:ext uri="{FF2B5EF4-FFF2-40B4-BE49-F238E27FC236}">
                    <a16:creationId xmlns:a16="http://schemas.microsoft.com/office/drawing/2014/main" id="{D600D0C6-48E9-9C65-0430-53566FF358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6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7251AC0-E3E1-8834-104F-EF84B9A19CBB}"/>
                  </a:ext>
                </a:extLst>
              </p:cNvPr>
              <p:cNvSpPr/>
              <p:nvPr/>
            </p:nvSpPr>
            <p:spPr>
              <a:xfrm flipH="1">
                <a:off x="1104377" y="4507095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948476629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76044" y="-16798"/>
                              <a:pt x="119779" y="16947"/>
                              <a:pt x="202168" y="0"/>
                            </a:cubicBezTo>
                            <a:cubicBezTo>
                              <a:pt x="224517" y="87178"/>
                              <a:pt x="175181" y="181805"/>
                              <a:pt x="202168" y="232884"/>
                            </a:cubicBezTo>
                            <a:cubicBezTo>
                              <a:pt x="156449" y="236280"/>
                              <a:pt x="93925" y="228752"/>
                              <a:pt x="0" y="232884"/>
                            </a:cubicBezTo>
                            <a:cubicBezTo>
                              <a:pt x="-9959" y="147792"/>
                              <a:pt x="3912" y="63475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63622" y="-7970"/>
                              <a:pt x="107937" y="10352"/>
                              <a:pt x="202168" y="0"/>
                            </a:cubicBezTo>
                            <a:cubicBezTo>
                              <a:pt x="222775" y="83710"/>
                              <a:pt x="199252" y="144519"/>
                              <a:pt x="202168" y="232884"/>
                            </a:cubicBezTo>
                            <a:cubicBezTo>
                              <a:pt x="142527" y="243230"/>
                              <a:pt x="50899" y="224824"/>
                              <a:pt x="0" y="232884"/>
                            </a:cubicBezTo>
                            <a:cubicBezTo>
                              <a:pt x="-17084" y="124242"/>
                              <a:pt x="24315" y="525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AA9DEB5-12E8-77EF-CC54-1D6D6046A99D}"/>
                  </a:ext>
                </a:extLst>
              </p:cNvPr>
              <p:cNvSpPr/>
              <p:nvPr/>
            </p:nvSpPr>
            <p:spPr>
              <a:xfrm flipH="1">
                <a:off x="1112563" y="5168052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081421041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95704" y="-18899"/>
                              <a:pt x="104555" y="16856"/>
                              <a:pt x="202168" y="0"/>
                            </a:cubicBezTo>
                            <a:cubicBezTo>
                              <a:pt x="225404" y="56089"/>
                              <a:pt x="187534" y="165582"/>
                              <a:pt x="202168" y="232884"/>
                            </a:cubicBezTo>
                            <a:cubicBezTo>
                              <a:pt x="152146" y="235859"/>
                              <a:pt x="76869" y="218250"/>
                              <a:pt x="0" y="232884"/>
                            </a:cubicBezTo>
                            <a:cubicBezTo>
                              <a:pt x="-23223" y="120199"/>
                              <a:pt x="8372" y="51402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99914" y="-14156"/>
                              <a:pt x="127016" y="20796"/>
                              <a:pt x="202168" y="0"/>
                            </a:cubicBezTo>
                            <a:cubicBezTo>
                              <a:pt x="208806" y="62145"/>
                              <a:pt x="185870" y="145138"/>
                              <a:pt x="202168" y="232884"/>
                            </a:cubicBezTo>
                            <a:cubicBezTo>
                              <a:pt x="113416" y="237951"/>
                              <a:pt x="79697" y="230473"/>
                              <a:pt x="0" y="232884"/>
                            </a:cubicBezTo>
                            <a:cubicBezTo>
                              <a:pt x="-15468" y="136665"/>
                              <a:pt x="19290" y="598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8E40B766-2FCC-C40C-8559-B545FE2969C8}"/>
                </a:ext>
              </a:extLst>
            </p:cNvPr>
            <p:cNvSpPr/>
            <p:nvPr/>
          </p:nvSpPr>
          <p:spPr>
            <a:xfrm flipH="1">
              <a:off x="3245616" y="4483359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754783546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-21770" y="148259"/>
                            <a:pt x="145103" y="5826"/>
                            <a:pt x="275076" y="0"/>
                          </a:cubicBezTo>
                          <a:cubicBezTo>
                            <a:pt x="410411" y="-15239"/>
                            <a:pt x="559877" y="108607"/>
                            <a:pt x="550152" y="275076"/>
                          </a:cubicBezTo>
                          <a:cubicBezTo>
                            <a:pt x="522220" y="432221"/>
                            <a:pt x="401743" y="561379"/>
                            <a:pt x="275076" y="550152"/>
                          </a:cubicBezTo>
                          <a:cubicBezTo>
                            <a:pt x="107275" y="539627"/>
                            <a:pt x="-6569" y="392017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22154" y="111887"/>
                            <a:pt x="163200" y="-5666"/>
                            <a:pt x="275076" y="0"/>
                          </a:cubicBezTo>
                          <a:cubicBezTo>
                            <a:pt x="463237" y="19488"/>
                            <a:pt x="559101" y="102844"/>
                            <a:pt x="550152" y="275076"/>
                          </a:cubicBezTo>
                          <a:cubicBezTo>
                            <a:pt x="572335" y="405577"/>
                            <a:pt x="420058" y="567343"/>
                            <a:pt x="275076" y="550152"/>
                          </a:cubicBezTo>
                          <a:cubicBezTo>
                            <a:pt x="115621" y="572640"/>
                            <a:pt x="-24377" y="429957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3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9B77F33F-4F76-C474-B31C-6D4588094CBF}"/>
                </a:ext>
              </a:extLst>
            </p:cNvPr>
            <p:cNvSpPr/>
            <p:nvPr/>
          </p:nvSpPr>
          <p:spPr>
            <a:xfrm flipH="1">
              <a:off x="2421115" y="5455509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998515098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-27252" y="129862"/>
                            <a:pt x="104518" y="28968"/>
                            <a:pt x="275076" y="0"/>
                          </a:cubicBezTo>
                          <a:cubicBezTo>
                            <a:pt x="450420" y="-15664"/>
                            <a:pt x="525968" y="115876"/>
                            <a:pt x="550152" y="275076"/>
                          </a:cubicBezTo>
                          <a:cubicBezTo>
                            <a:pt x="534802" y="401615"/>
                            <a:pt x="433336" y="557071"/>
                            <a:pt x="275076" y="550152"/>
                          </a:cubicBezTo>
                          <a:cubicBezTo>
                            <a:pt x="88170" y="537870"/>
                            <a:pt x="5642" y="426276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-9825" y="121534"/>
                            <a:pt x="109811" y="11396"/>
                            <a:pt x="275076" y="0"/>
                          </a:cubicBezTo>
                          <a:cubicBezTo>
                            <a:pt x="399475" y="-31837"/>
                            <a:pt x="511946" y="145865"/>
                            <a:pt x="550152" y="275076"/>
                          </a:cubicBezTo>
                          <a:cubicBezTo>
                            <a:pt x="523227" y="451763"/>
                            <a:pt x="445441" y="564473"/>
                            <a:pt x="275076" y="550152"/>
                          </a:cubicBezTo>
                          <a:cubicBezTo>
                            <a:pt x="120967" y="543298"/>
                            <a:pt x="-22035" y="405642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3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2C4E12BA-2ED3-1252-73E3-49B8FC1C5FA5}"/>
                </a:ext>
              </a:extLst>
            </p:cNvPr>
            <p:cNvGrpSpPr/>
            <p:nvPr/>
          </p:nvGrpSpPr>
          <p:grpSpPr>
            <a:xfrm rot="18831630">
              <a:off x="2750008" y="3705316"/>
              <a:ext cx="305640" cy="893841"/>
              <a:chOff x="1055921" y="4507095"/>
              <a:chExt cx="305640" cy="89384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EFC54E8-9D96-7576-B61A-3F208FE1D111}"/>
                  </a:ext>
                </a:extLst>
              </p:cNvPr>
              <p:cNvSpPr/>
              <p:nvPr/>
            </p:nvSpPr>
            <p:spPr>
              <a:xfrm flipH="1">
                <a:off x="1055921" y="4716057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02034335">
                      <a:custGeom>
                        <a:avLst/>
                        <a:gdLst>
                          <a:gd name="connsiteX0" fmla="*/ 0 w 305640"/>
                          <a:gd name="connsiteY0" fmla="*/ 0 h 482699"/>
                          <a:gd name="connsiteX1" fmla="*/ 305640 w 305640"/>
                          <a:gd name="connsiteY1" fmla="*/ 0 h 482699"/>
                          <a:gd name="connsiteX2" fmla="*/ 305640 w 305640"/>
                          <a:gd name="connsiteY2" fmla="*/ 482699 h 482699"/>
                          <a:gd name="connsiteX3" fmla="*/ 0 w 305640"/>
                          <a:gd name="connsiteY3" fmla="*/ 482699 h 482699"/>
                          <a:gd name="connsiteX4" fmla="*/ 0 w 305640"/>
                          <a:gd name="connsiteY4" fmla="*/ 0 h 4826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05640" h="482699" fill="none" extrusionOk="0">
                            <a:moveTo>
                              <a:pt x="0" y="0"/>
                            </a:moveTo>
                            <a:cubicBezTo>
                              <a:pt x="136459" y="-27"/>
                              <a:pt x="175787" y="31269"/>
                              <a:pt x="305640" y="0"/>
                            </a:cubicBezTo>
                            <a:cubicBezTo>
                              <a:pt x="354451" y="169355"/>
                              <a:pt x="291408" y="322543"/>
                              <a:pt x="305640" y="482699"/>
                            </a:cubicBezTo>
                            <a:cubicBezTo>
                              <a:pt x="199528" y="503653"/>
                              <a:pt x="107676" y="453679"/>
                              <a:pt x="0" y="482699"/>
                            </a:cubicBezTo>
                            <a:cubicBezTo>
                              <a:pt x="-18742" y="325935"/>
                              <a:pt x="42990" y="185843"/>
                              <a:pt x="0" y="0"/>
                            </a:cubicBezTo>
                            <a:close/>
                          </a:path>
                          <a:path w="305640" h="482699" stroke="0" extrusionOk="0">
                            <a:moveTo>
                              <a:pt x="0" y="0"/>
                            </a:moveTo>
                            <a:cubicBezTo>
                              <a:pt x="114073" y="-16975"/>
                              <a:pt x="238927" y="10626"/>
                              <a:pt x="305640" y="0"/>
                            </a:cubicBezTo>
                            <a:cubicBezTo>
                              <a:pt x="330268" y="177849"/>
                              <a:pt x="270772" y="317720"/>
                              <a:pt x="305640" y="482699"/>
                            </a:cubicBezTo>
                            <a:cubicBezTo>
                              <a:pt x="241415" y="500460"/>
                              <a:pt x="62617" y="458368"/>
                              <a:pt x="0" y="482699"/>
                            </a:cubicBezTo>
                            <a:cubicBezTo>
                              <a:pt x="-1774" y="352658"/>
                              <a:pt x="5848" y="10142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38" name="Connecteur droit 37">
                <a:extLst>
                  <a:ext uri="{FF2B5EF4-FFF2-40B4-BE49-F238E27FC236}">
                    <a16:creationId xmlns:a16="http://schemas.microsoft.com/office/drawing/2014/main" id="{7DA1A825-4B5B-C61E-67AD-948C0E2D0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6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999E4BF-BA98-85D1-9EEA-D241507B0F37}"/>
                  </a:ext>
                </a:extLst>
              </p:cNvPr>
              <p:cNvSpPr/>
              <p:nvPr/>
            </p:nvSpPr>
            <p:spPr>
              <a:xfrm flipH="1">
                <a:off x="1104377" y="4507095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4180512587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70404" y="-18208"/>
                              <a:pt x="102799" y="16361"/>
                              <a:pt x="202168" y="0"/>
                            </a:cubicBezTo>
                            <a:cubicBezTo>
                              <a:pt x="203964" y="91563"/>
                              <a:pt x="176153" y="179046"/>
                              <a:pt x="202168" y="232884"/>
                            </a:cubicBezTo>
                            <a:cubicBezTo>
                              <a:pt x="158204" y="246265"/>
                              <a:pt x="91983" y="217900"/>
                              <a:pt x="0" y="232884"/>
                            </a:cubicBezTo>
                            <a:cubicBezTo>
                              <a:pt x="-23280" y="160346"/>
                              <a:pt x="2049" y="111557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77602" y="-21549"/>
                              <a:pt x="120788" y="2545"/>
                              <a:pt x="202168" y="0"/>
                            </a:cubicBezTo>
                            <a:cubicBezTo>
                              <a:pt x="204525" y="54002"/>
                              <a:pt x="197736" y="132543"/>
                              <a:pt x="202168" y="232884"/>
                            </a:cubicBezTo>
                            <a:cubicBezTo>
                              <a:pt x="120942" y="245207"/>
                              <a:pt x="82958" y="226503"/>
                              <a:pt x="0" y="232884"/>
                            </a:cubicBezTo>
                            <a:cubicBezTo>
                              <a:pt x="-7" y="173793"/>
                              <a:pt x="24384" y="8062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15A0742-D8BF-DB37-C010-879B2ED5F9EC}"/>
                  </a:ext>
                </a:extLst>
              </p:cNvPr>
              <p:cNvSpPr/>
              <p:nvPr/>
            </p:nvSpPr>
            <p:spPr>
              <a:xfrm flipH="1">
                <a:off x="1112563" y="5168052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406194989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63916" y="-4714"/>
                              <a:pt x="135787" y="121"/>
                              <a:pt x="202168" y="0"/>
                            </a:cubicBezTo>
                            <a:cubicBezTo>
                              <a:pt x="206699" y="97486"/>
                              <a:pt x="201445" y="135574"/>
                              <a:pt x="202168" y="232884"/>
                            </a:cubicBezTo>
                            <a:cubicBezTo>
                              <a:pt x="141955" y="240136"/>
                              <a:pt x="72139" y="223748"/>
                              <a:pt x="0" y="232884"/>
                            </a:cubicBezTo>
                            <a:cubicBezTo>
                              <a:pt x="-20259" y="140912"/>
                              <a:pt x="27349" y="87994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52536" y="-2732"/>
                              <a:pt x="142327" y="9726"/>
                              <a:pt x="202168" y="0"/>
                            </a:cubicBezTo>
                            <a:cubicBezTo>
                              <a:pt x="215520" y="77287"/>
                              <a:pt x="178151" y="174669"/>
                              <a:pt x="202168" y="232884"/>
                            </a:cubicBezTo>
                            <a:cubicBezTo>
                              <a:pt x="149704" y="236682"/>
                              <a:pt x="70842" y="212775"/>
                              <a:pt x="0" y="232884"/>
                            </a:cubicBezTo>
                            <a:cubicBezTo>
                              <a:pt x="-8019" y="172370"/>
                              <a:pt x="23274" y="790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24" name="Arc plein 23">
              <a:extLst>
                <a:ext uri="{FF2B5EF4-FFF2-40B4-BE49-F238E27FC236}">
                  <a16:creationId xmlns:a16="http://schemas.microsoft.com/office/drawing/2014/main" id="{4328EB94-70BE-D9A1-9400-BCF88039B4AF}"/>
                </a:ext>
              </a:extLst>
            </p:cNvPr>
            <p:cNvSpPr/>
            <p:nvPr/>
          </p:nvSpPr>
          <p:spPr>
            <a:xfrm rot="491135" flipH="1">
              <a:off x="3026996" y="4250652"/>
              <a:ext cx="987389" cy="996198"/>
            </a:xfrm>
            <a:prstGeom prst="blockArc">
              <a:avLst>
                <a:gd name="adj1" fmla="val 10381174"/>
                <a:gd name="adj2" fmla="val 1362443"/>
                <a:gd name="adj3" fmla="val 1803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3939769664">
                    <a:custGeom>
                      <a:avLst/>
                      <a:gdLst>
                        <a:gd name="connsiteX0" fmla="*/ 3596 w 987389"/>
                        <a:gd name="connsiteY0" fmla="*/ 558106 h 996198"/>
                        <a:gd name="connsiteX1" fmla="*/ 267329 w 987389"/>
                        <a:gd name="connsiteY1" fmla="*/ 55445 h 996198"/>
                        <a:gd name="connsiteX2" fmla="*/ 830805 w 987389"/>
                        <a:gd name="connsiteY2" fmla="*/ 134199 h 996198"/>
                        <a:gd name="connsiteX3" fmla="*/ 949722 w 987389"/>
                        <a:gd name="connsiteY3" fmla="*/ 688928 h 996198"/>
                        <a:gd name="connsiteX4" fmla="*/ 785444 w 987389"/>
                        <a:gd name="connsiteY4" fmla="*/ 620185 h 996198"/>
                        <a:gd name="connsiteX5" fmla="*/ 709780 w 987389"/>
                        <a:gd name="connsiteY5" fmla="*/ 264841 h 996198"/>
                        <a:gd name="connsiteX6" fmla="*/ 348409 w 987389"/>
                        <a:gd name="connsiteY6" fmla="*/ 213997 h 996198"/>
                        <a:gd name="connsiteX7" fmla="*/ 180351 w 987389"/>
                        <a:gd name="connsiteY7" fmla="*/ 536464 h 996198"/>
                        <a:gd name="connsiteX8" fmla="*/ 3596 w 987389"/>
                        <a:gd name="connsiteY8" fmla="*/ 558106 h 9961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87389" h="996198" fill="none" extrusionOk="0">
                          <a:moveTo>
                            <a:pt x="3596" y="558106"/>
                          </a:moveTo>
                          <a:cubicBezTo>
                            <a:pt x="-21294" y="369588"/>
                            <a:pt x="40954" y="121191"/>
                            <a:pt x="267329" y="55445"/>
                          </a:cubicBezTo>
                          <a:cubicBezTo>
                            <a:pt x="409459" y="-30236"/>
                            <a:pt x="652053" y="-59671"/>
                            <a:pt x="830805" y="134199"/>
                          </a:cubicBezTo>
                          <a:cubicBezTo>
                            <a:pt x="941345" y="233587"/>
                            <a:pt x="993032" y="491917"/>
                            <a:pt x="949722" y="688928"/>
                          </a:cubicBezTo>
                          <a:cubicBezTo>
                            <a:pt x="883780" y="670348"/>
                            <a:pt x="841970" y="637657"/>
                            <a:pt x="785444" y="620185"/>
                          </a:cubicBezTo>
                          <a:cubicBezTo>
                            <a:pt x="817787" y="503374"/>
                            <a:pt x="802678" y="369614"/>
                            <a:pt x="709780" y="264841"/>
                          </a:cubicBezTo>
                          <a:cubicBezTo>
                            <a:pt x="617202" y="172393"/>
                            <a:pt x="465845" y="164525"/>
                            <a:pt x="348409" y="213997"/>
                          </a:cubicBezTo>
                          <a:cubicBezTo>
                            <a:pt x="254033" y="283059"/>
                            <a:pt x="179090" y="395894"/>
                            <a:pt x="180351" y="536464"/>
                          </a:cubicBezTo>
                          <a:cubicBezTo>
                            <a:pt x="104058" y="547750"/>
                            <a:pt x="58759" y="530298"/>
                            <a:pt x="3596" y="558106"/>
                          </a:cubicBezTo>
                          <a:close/>
                        </a:path>
                        <a:path w="987389" h="996198" stroke="0" extrusionOk="0">
                          <a:moveTo>
                            <a:pt x="3596" y="558106"/>
                          </a:moveTo>
                          <a:cubicBezTo>
                            <a:pt x="-39859" y="344443"/>
                            <a:pt x="46851" y="191090"/>
                            <a:pt x="267329" y="55445"/>
                          </a:cubicBezTo>
                          <a:cubicBezTo>
                            <a:pt x="403607" y="-72669"/>
                            <a:pt x="661119" y="-11954"/>
                            <a:pt x="830805" y="134199"/>
                          </a:cubicBezTo>
                          <a:cubicBezTo>
                            <a:pt x="974304" y="281337"/>
                            <a:pt x="1012508" y="500677"/>
                            <a:pt x="949722" y="688928"/>
                          </a:cubicBezTo>
                          <a:cubicBezTo>
                            <a:pt x="908401" y="674917"/>
                            <a:pt x="858312" y="644583"/>
                            <a:pt x="785444" y="620185"/>
                          </a:cubicBezTo>
                          <a:cubicBezTo>
                            <a:pt x="831662" y="481947"/>
                            <a:pt x="823869" y="385384"/>
                            <a:pt x="709780" y="264841"/>
                          </a:cubicBezTo>
                          <a:cubicBezTo>
                            <a:pt x="609383" y="144717"/>
                            <a:pt x="478331" y="135286"/>
                            <a:pt x="348409" y="213997"/>
                          </a:cubicBezTo>
                          <a:cubicBezTo>
                            <a:pt x="239427" y="290611"/>
                            <a:pt x="169758" y="429228"/>
                            <a:pt x="180351" y="536464"/>
                          </a:cubicBezTo>
                          <a:cubicBezTo>
                            <a:pt x="93918" y="548845"/>
                            <a:pt x="54313" y="530968"/>
                            <a:pt x="3596" y="5581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67532393-E0EB-3F36-4033-FE5C6BEF7FB9}"/>
                </a:ext>
              </a:extLst>
            </p:cNvPr>
            <p:cNvSpPr/>
            <p:nvPr/>
          </p:nvSpPr>
          <p:spPr>
            <a:xfrm flipH="1">
              <a:off x="2146039" y="3430386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458093548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4761" y="127363"/>
                            <a:pt x="128421" y="4899"/>
                            <a:pt x="275076" y="0"/>
                          </a:cubicBezTo>
                          <a:cubicBezTo>
                            <a:pt x="445875" y="-10420"/>
                            <a:pt x="559513" y="112148"/>
                            <a:pt x="550152" y="275076"/>
                          </a:cubicBezTo>
                          <a:cubicBezTo>
                            <a:pt x="584815" y="418897"/>
                            <a:pt x="428651" y="547302"/>
                            <a:pt x="275076" y="550152"/>
                          </a:cubicBezTo>
                          <a:cubicBezTo>
                            <a:pt x="112965" y="576501"/>
                            <a:pt x="-3556" y="449323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-41874" y="111748"/>
                            <a:pt x="137078" y="32472"/>
                            <a:pt x="275076" y="0"/>
                          </a:cubicBezTo>
                          <a:cubicBezTo>
                            <a:pt x="423472" y="-5630"/>
                            <a:pt x="554945" y="147194"/>
                            <a:pt x="550152" y="275076"/>
                          </a:cubicBezTo>
                          <a:cubicBezTo>
                            <a:pt x="576516" y="412718"/>
                            <a:pt x="395008" y="530282"/>
                            <a:pt x="275076" y="550152"/>
                          </a:cubicBezTo>
                          <a:cubicBezTo>
                            <a:pt x="164265" y="556029"/>
                            <a:pt x="-15895" y="437921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3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3ABF3B3D-C34A-C103-8157-329DAE1D0D7E}"/>
                </a:ext>
              </a:extLst>
            </p:cNvPr>
            <p:cNvGrpSpPr/>
            <p:nvPr/>
          </p:nvGrpSpPr>
          <p:grpSpPr>
            <a:xfrm rot="18118141">
              <a:off x="1541148" y="2735620"/>
              <a:ext cx="305640" cy="893841"/>
              <a:chOff x="1055921" y="4507095"/>
              <a:chExt cx="305640" cy="89384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0229022-95FD-933C-08F0-F3224B738BB8}"/>
                  </a:ext>
                </a:extLst>
              </p:cNvPr>
              <p:cNvSpPr/>
              <p:nvPr/>
            </p:nvSpPr>
            <p:spPr>
              <a:xfrm flipH="1">
                <a:off x="1055921" y="4716057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162745947">
                      <a:custGeom>
                        <a:avLst/>
                        <a:gdLst>
                          <a:gd name="connsiteX0" fmla="*/ 0 w 305640"/>
                          <a:gd name="connsiteY0" fmla="*/ 0 h 482699"/>
                          <a:gd name="connsiteX1" fmla="*/ 305640 w 305640"/>
                          <a:gd name="connsiteY1" fmla="*/ 0 h 482699"/>
                          <a:gd name="connsiteX2" fmla="*/ 305640 w 305640"/>
                          <a:gd name="connsiteY2" fmla="*/ 482699 h 482699"/>
                          <a:gd name="connsiteX3" fmla="*/ 0 w 305640"/>
                          <a:gd name="connsiteY3" fmla="*/ 482699 h 482699"/>
                          <a:gd name="connsiteX4" fmla="*/ 0 w 305640"/>
                          <a:gd name="connsiteY4" fmla="*/ 0 h 4826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05640" h="482699" fill="none" extrusionOk="0">
                            <a:moveTo>
                              <a:pt x="0" y="0"/>
                            </a:moveTo>
                            <a:cubicBezTo>
                              <a:pt x="64975" y="-3557"/>
                              <a:pt x="175994" y="26802"/>
                              <a:pt x="305640" y="0"/>
                            </a:cubicBezTo>
                            <a:cubicBezTo>
                              <a:pt x="308203" y="160905"/>
                              <a:pt x="265088" y="276738"/>
                              <a:pt x="305640" y="482699"/>
                            </a:cubicBezTo>
                            <a:cubicBezTo>
                              <a:pt x="221889" y="490995"/>
                              <a:pt x="69350" y="479095"/>
                              <a:pt x="0" y="482699"/>
                            </a:cubicBezTo>
                            <a:cubicBezTo>
                              <a:pt x="-9561" y="268536"/>
                              <a:pt x="55117" y="178478"/>
                              <a:pt x="0" y="0"/>
                            </a:cubicBezTo>
                            <a:close/>
                          </a:path>
                          <a:path w="305640" h="482699" stroke="0" extrusionOk="0">
                            <a:moveTo>
                              <a:pt x="0" y="0"/>
                            </a:moveTo>
                            <a:cubicBezTo>
                              <a:pt x="126292" y="-9794"/>
                              <a:pt x="227059" y="18990"/>
                              <a:pt x="305640" y="0"/>
                            </a:cubicBezTo>
                            <a:cubicBezTo>
                              <a:pt x="353150" y="234813"/>
                              <a:pt x="270446" y="269455"/>
                              <a:pt x="305640" y="482699"/>
                            </a:cubicBezTo>
                            <a:cubicBezTo>
                              <a:pt x="162747" y="499714"/>
                              <a:pt x="148883" y="473636"/>
                              <a:pt x="0" y="482699"/>
                            </a:cubicBezTo>
                            <a:cubicBezTo>
                              <a:pt x="-27772" y="255204"/>
                              <a:pt x="16315" y="13080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5F1FBB60-B726-56FD-5EDD-0F2833892C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6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A5E76DA-FC8A-3256-6896-C05B89252283}"/>
                  </a:ext>
                </a:extLst>
              </p:cNvPr>
              <p:cNvSpPr/>
              <p:nvPr/>
            </p:nvSpPr>
            <p:spPr>
              <a:xfrm flipH="1">
                <a:off x="1104377" y="4507095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077845347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80645" y="-13904"/>
                              <a:pt x="119230" y="9942"/>
                              <a:pt x="202168" y="0"/>
                            </a:cubicBezTo>
                            <a:cubicBezTo>
                              <a:pt x="226538" y="58389"/>
                              <a:pt x="183953" y="184993"/>
                              <a:pt x="202168" y="232884"/>
                            </a:cubicBezTo>
                            <a:cubicBezTo>
                              <a:pt x="160774" y="249044"/>
                              <a:pt x="96501" y="215626"/>
                              <a:pt x="0" y="232884"/>
                            </a:cubicBezTo>
                            <a:cubicBezTo>
                              <a:pt x="-3056" y="164634"/>
                              <a:pt x="21724" y="113408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99605" y="-20267"/>
                              <a:pt x="144015" y="507"/>
                              <a:pt x="202168" y="0"/>
                            </a:cubicBezTo>
                            <a:cubicBezTo>
                              <a:pt x="205405" y="97311"/>
                              <a:pt x="185538" y="122354"/>
                              <a:pt x="202168" y="232884"/>
                            </a:cubicBezTo>
                            <a:cubicBezTo>
                              <a:pt x="109157" y="254178"/>
                              <a:pt x="50464" y="219266"/>
                              <a:pt x="0" y="232884"/>
                            </a:cubicBezTo>
                            <a:cubicBezTo>
                              <a:pt x="-1996" y="178376"/>
                              <a:pt x="5835" y="990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F3EF302-BE58-A85A-4919-5C886F9F21B6}"/>
                  </a:ext>
                </a:extLst>
              </p:cNvPr>
              <p:cNvSpPr/>
              <p:nvPr/>
            </p:nvSpPr>
            <p:spPr>
              <a:xfrm flipH="1">
                <a:off x="1112563" y="5168052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358038721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48301" y="-13934"/>
                              <a:pt x="138332" y="24136"/>
                              <a:pt x="202168" y="0"/>
                            </a:cubicBezTo>
                            <a:cubicBezTo>
                              <a:pt x="223881" y="104254"/>
                              <a:pt x="186806" y="117846"/>
                              <a:pt x="202168" y="232884"/>
                            </a:cubicBezTo>
                            <a:cubicBezTo>
                              <a:pt x="104303" y="249847"/>
                              <a:pt x="87134" y="218668"/>
                              <a:pt x="0" y="232884"/>
                            </a:cubicBezTo>
                            <a:cubicBezTo>
                              <a:pt x="-7978" y="132278"/>
                              <a:pt x="21019" y="62213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55104" y="-1684"/>
                              <a:pt x="114765" y="16391"/>
                              <a:pt x="202168" y="0"/>
                            </a:cubicBezTo>
                            <a:cubicBezTo>
                              <a:pt x="223184" y="47819"/>
                              <a:pt x="199337" y="177261"/>
                              <a:pt x="202168" y="232884"/>
                            </a:cubicBezTo>
                            <a:cubicBezTo>
                              <a:pt x="122531" y="243967"/>
                              <a:pt x="95689" y="214126"/>
                              <a:pt x="0" y="232884"/>
                            </a:cubicBezTo>
                            <a:cubicBezTo>
                              <a:pt x="-27825" y="118770"/>
                              <a:pt x="11702" y="11195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375EC31B-2FF0-C3DE-84B3-85006B23099F}"/>
                </a:ext>
              </a:extLst>
            </p:cNvPr>
            <p:cNvSpPr/>
            <p:nvPr/>
          </p:nvSpPr>
          <p:spPr>
            <a:xfrm flipH="1">
              <a:off x="890313" y="2587867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336030596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2246" y="127610"/>
                            <a:pt x="132564" y="-13815"/>
                            <a:pt x="275076" y="0"/>
                          </a:cubicBezTo>
                          <a:cubicBezTo>
                            <a:pt x="404949" y="-36592"/>
                            <a:pt x="514446" y="148009"/>
                            <a:pt x="550152" y="275076"/>
                          </a:cubicBezTo>
                          <a:cubicBezTo>
                            <a:pt x="542904" y="397734"/>
                            <a:pt x="464824" y="537676"/>
                            <a:pt x="275076" y="550152"/>
                          </a:cubicBezTo>
                          <a:cubicBezTo>
                            <a:pt x="83169" y="561121"/>
                            <a:pt x="-5939" y="383963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14173" y="137478"/>
                            <a:pt x="87934" y="19093"/>
                            <a:pt x="275076" y="0"/>
                          </a:cubicBezTo>
                          <a:cubicBezTo>
                            <a:pt x="420598" y="4268"/>
                            <a:pt x="578131" y="123560"/>
                            <a:pt x="550152" y="275076"/>
                          </a:cubicBezTo>
                          <a:cubicBezTo>
                            <a:pt x="547369" y="419613"/>
                            <a:pt x="422498" y="546636"/>
                            <a:pt x="275076" y="550152"/>
                          </a:cubicBezTo>
                          <a:cubicBezTo>
                            <a:pt x="108063" y="544952"/>
                            <a:pt x="5611" y="434106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3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48" name="Arc plein 47">
              <a:extLst>
                <a:ext uri="{FF2B5EF4-FFF2-40B4-BE49-F238E27FC236}">
                  <a16:creationId xmlns:a16="http://schemas.microsoft.com/office/drawing/2014/main" id="{8D7E0C53-7F92-C570-83B0-581B3429AFF5}"/>
                </a:ext>
              </a:extLst>
            </p:cNvPr>
            <p:cNvSpPr/>
            <p:nvPr/>
          </p:nvSpPr>
          <p:spPr>
            <a:xfrm rot="19742385" flipH="1">
              <a:off x="1936284" y="3212937"/>
              <a:ext cx="987389" cy="996198"/>
            </a:xfrm>
            <a:prstGeom prst="blockArc">
              <a:avLst>
                <a:gd name="adj1" fmla="val 10381174"/>
                <a:gd name="adj2" fmla="val 1362443"/>
                <a:gd name="adj3" fmla="val 1803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98224067">
                    <a:custGeom>
                      <a:avLst/>
                      <a:gdLst>
                        <a:gd name="connsiteX0" fmla="*/ 3596 w 987389"/>
                        <a:gd name="connsiteY0" fmla="*/ 558106 h 996198"/>
                        <a:gd name="connsiteX1" fmla="*/ 267329 w 987389"/>
                        <a:gd name="connsiteY1" fmla="*/ 55445 h 996198"/>
                        <a:gd name="connsiteX2" fmla="*/ 830805 w 987389"/>
                        <a:gd name="connsiteY2" fmla="*/ 134199 h 996198"/>
                        <a:gd name="connsiteX3" fmla="*/ 949722 w 987389"/>
                        <a:gd name="connsiteY3" fmla="*/ 688928 h 996198"/>
                        <a:gd name="connsiteX4" fmla="*/ 785444 w 987389"/>
                        <a:gd name="connsiteY4" fmla="*/ 620185 h 996198"/>
                        <a:gd name="connsiteX5" fmla="*/ 709780 w 987389"/>
                        <a:gd name="connsiteY5" fmla="*/ 264841 h 996198"/>
                        <a:gd name="connsiteX6" fmla="*/ 348409 w 987389"/>
                        <a:gd name="connsiteY6" fmla="*/ 213997 h 996198"/>
                        <a:gd name="connsiteX7" fmla="*/ 180351 w 987389"/>
                        <a:gd name="connsiteY7" fmla="*/ 536464 h 996198"/>
                        <a:gd name="connsiteX8" fmla="*/ 3596 w 987389"/>
                        <a:gd name="connsiteY8" fmla="*/ 558106 h 9961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87389" h="996198" fill="none" extrusionOk="0">
                          <a:moveTo>
                            <a:pt x="3596" y="558106"/>
                          </a:moveTo>
                          <a:cubicBezTo>
                            <a:pt x="9302" y="403393"/>
                            <a:pt x="92519" y="210280"/>
                            <a:pt x="267329" y="55445"/>
                          </a:cubicBezTo>
                          <a:cubicBezTo>
                            <a:pt x="423934" y="-81261"/>
                            <a:pt x="669616" y="13164"/>
                            <a:pt x="830805" y="134199"/>
                          </a:cubicBezTo>
                          <a:cubicBezTo>
                            <a:pt x="982555" y="267314"/>
                            <a:pt x="984572" y="489961"/>
                            <a:pt x="949722" y="688928"/>
                          </a:cubicBezTo>
                          <a:cubicBezTo>
                            <a:pt x="907779" y="674036"/>
                            <a:pt x="861943" y="641140"/>
                            <a:pt x="785444" y="620185"/>
                          </a:cubicBezTo>
                          <a:cubicBezTo>
                            <a:pt x="839181" y="498547"/>
                            <a:pt x="817561" y="330300"/>
                            <a:pt x="709780" y="264841"/>
                          </a:cubicBezTo>
                          <a:cubicBezTo>
                            <a:pt x="596756" y="196988"/>
                            <a:pt x="481168" y="145327"/>
                            <a:pt x="348409" y="213997"/>
                          </a:cubicBezTo>
                          <a:cubicBezTo>
                            <a:pt x="211984" y="291467"/>
                            <a:pt x="142756" y="402397"/>
                            <a:pt x="180351" y="536464"/>
                          </a:cubicBezTo>
                          <a:cubicBezTo>
                            <a:pt x="131353" y="555375"/>
                            <a:pt x="66352" y="549555"/>
                            <a:pt x="3596" y="558106"/>
                          </a:cubicBezTo>
                          <a:close/>
                        </a:path>
                        <a:path w="987389" h="996198" stroke="0" extrusionOk="0">
                          <a:moveTo>
                            <a:pt x="3596" y="558106"/>
                          </a:moveTo>
                          <a:cubicBezTo>
                            <a:pt x="-44058" y="405697"/>
                            <a:pt x="29708" y="161860"/>
                            <a:pt x="267329" y="55445"/>
                          </a:cubicBezTo>
                          <a:cubicBezTo>
                            <a:pt x="439505" y="-89347"/>
                            <a:pt x="688700" y="-27900"/>
                            <a:pt x="830805" y="134199"/>
                          </a:cubicBezTo>
                          <a:cubicBezTo>
                            <a:pt x="951947" y="244292"/>
                            <a:pt x="1010738" y="486013"/>
                            <a:pt x="949722" y="688928"/>
                          </a:cubicBezTo>
                          <a:cubicBezTo>
                            <a:pt x="905792" y="673983"/>
                            <a:pt x="840830" y="627534"/>
                            <a:pt x="785444" y="620185"/>
                          </a:cubicBezTo>
                          <a:cubicBezTo>
                            <a:pt x="806267" y="517453"/>
                            <a:pt x="799035" y="345776"/>
                            <a:pt x="709780" y="264841"/>
                          </a:cubicBezTo>
                          <a:cubicBezTo>
                            <a:pt x="633173" y="176322"/>
                            <a:pt x="453870" y="138409"/>
                            <a:pt x="348409" y="213997"/>
                          </a:cubicBezTo>
                          <a:cubicBezTo>
                            <a:pt x="264101" y="270129"/>
                            <a:pt x="157575" y="417126"/>
                            <a:pt x="180351" y="536464"/>
                          </a:cubicBezTo>
                          <a:cubicBezTo>
                            <a:pt x="125623" y="544477"/>
                            <a:pt x="51130" y="544453"/>
                            <a:pt x="3596" y="5581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  <p:sp>
          <p:nvSpPr>
            <p:cNvPr id="49" name="Arc plein 48">
              <a:extLst>
                <a:ext uri="{FF2B5EF4-FFF2-40B4-BE49-F238E27FC236}">
                  <a16:creationId xmlns:a16="http://schemas.microsoft.com/office/drawing/2014/main" id="{F6CFC61C-5587-7821-A393-E4499B02EDE9}"/>
                </a:ext>
              </a:extLst>
            </p:cNvPr>
            <p:cNvSpPr/>
            <p:nvPr/>
          </p:nvSpPr>
          <p:spPr>
            <a:xfrm rot="19108061" flipH="1">
              <a:off x="672029" y="2365500"/>
              <a:ext cx="987389" cy="996198"/>
            </a:xfrm>
            <a:prstGeom prst="blockArc">
              <a:avLst>
                <a:gd name="adj1" fmla="val 10381174"/>
                <a:gd name="adj2" fmla="val 1362443"/>
                <a:gd name="adj3" fmla="val 1803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586895459">
                    <a:custGeom>
                      <a:avLst/>
                      <a:gdLst>
                        <a:gd name="connsiteX0" fmla="*/ 3596 w 987389"/>
                        <a:gd name="connsiteY0" fmla="*/ 558106 h 996198"/>
                        <a:gd name="connsiteX1" fmla="*/ 267329 w 987389"/>
                        <a:gd name="connsiteY1" fmla="*/ 55445 h 996198"/>
                        <a:gd name="connsiteX2" fmla="*/ 830805 w 987389"/>
                        <a:gd name="connsiteY2" fmla="*/ 134199 h 996198"/>
                        <a:gd name="connsiteX3" fmla="*/ 949722 w 987389"/>
                        <a:gd name="connsiteY3" fmla="*/ 688928 h 996198"/>
                        <a:gd name="connsiteX4" fmla="*/ 785444 w 987389"/>
                        <a:gd name="connsiteY4" fmla="*/ 620185 h 996198"/>
                        <a:gd name="connsiteX5" fmla="*/ 709780 w 987389"/>
                        <a:gd name="connsiteY5" fmla="*/ 264841 h 996198"/>
                        <a:gd name="connsiteX6" fmla="*/ 348409 w 987389"/>
                        <a:gd name="connsiteY6" fmla="*/ 213997 h 996198"/>
                        <a:gd name="connsiteX7" fmla="*/ 180351 w 987389"/>
                        <a:gd name="connsiteY7" fmla="*/ 536464 h 996198"/>
                        <a:gd name="connsiteX8" fmla="*/ 3596 w 987389"/>
                        <a:gd name="connsiteY8" fmla="*/ 558106 h 9961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87389" h="996198" fill="none" extrusionOk="0">
                          <a:moveTo>
                            <a:pt x="3596" y="558106"/>
                          </a:moveTo>
                          <a:cubicBezTo>
                            <a:pt x="5237" y="371589"/>
                            <a:pt x="43658" y="110598"/>
                            <a:pt x="267329" y="55445"/>
                          </a:cubicBezTo>
                          <a:cubicBezTo>
                            <a:pt x="486744" y="-28955"/>
                            <a:pt x="621675" y="-10240"/>
                            <a:pt x="830805" y="134199"/>
                          </a:cubicBezTo>
                          <a:cubicBezTo>
                            <a:pt x="1028240" y="283846"/>
                            <a:pt x="1004166" y="511779"/>
                            <a:pt x="949722" y="688928"/>
                          </a:cubicBezTo>
                          <a:cubicBezTo>
                            <a:pt x="879660" y="665501"/>
                            <a:pt x="829553" y="622530"/>
                            <a:pt x="785444" y="620185"/>
                          </a:cubicBezTo>
                          <a:cubicBezTo>
                            <a:pt x="859831" y="486793"/>
                            <a:pt x="802610" y="345811"/>
                            <a:pt x="709780" y="264841"/>
                          </a:cubicBezTo>
                          <a:cubicBezTo>
                            <a:pt x="608993" y="171368"/>
                            <a:pt x="481301" y="139994"/>
                            <a:pt x="348409" y="213997"/>
                          </a:cubicBezTo>
                          <a:cubicBezTo>
                            <a:pt x="206068" y="293364"/>
                            <a:pt x="200542" y="400448"/>
                            <a:pt x="180351" y="536464"/>
                          </a:cubicBezTo>
                          <a:cubicBezTo>
                            <a:pt x="136673" y="562748"/>
                            <a:pt x="82953" y="530422"/>
                            <a:pt x="3596" y="558106"/>
                          </a:cubicBezTo>
                          <a:close/>
                        </a:path>
                        <a:path w="987389" h="996198" stroke="0" extrusionOk="0">
                          <a:moveTo>
                            <a:pt x="3596" y="558106"/>
                          </a:moveTo>
                          <a:cubicBezTo>
                            <a:pt x="20706" y="368229"/>
                            <a:pt x="76773" y="183899"/>
                            <a:pt x="267329" y="55445"/>
                          </a:cubicBezTo>
                          <a:cubicBezTo>
                            <a:pt x="472244" y="13927"/>
                            <a:pt x="672173" y="-53583"/>
                            <a:pt x="830805" y="134199"/>
                          </a:cubicBezTo>
                          <a:cubicBezTo>
                            <a:pt x="1008087" y="242529"/>
                            <a:pt x="1032363" y="523944"/>
                            <a:pt x="949722" y="688928"/>
                          </a:cubicBezTo>
                          <a:cubicBezTo>
                            <a:pt x="905362" y="689569"/>
                            <a:pt x="864184" y="631871"/>
                            <a:pt x="785444" y="620185"/>
                          </a:cubicBezTo>
                          <a:cubicBezTo>
                            <a:pt x="808468" y="511303"/>
                            <a:pt x="816978" y="335541"/>
                            <a:pt x="709780" y="264841"/>
                          </a:cubicBezTo>
                          <a:cubicBezTo>
                            <a:pt x="605586" y="146879"/>
                            <a:pt x="452860" y="148225"/>
                            <a:pt x="348409" y="213997"/>
                          </a:cubicBezTo>
                          <a:cubicBezTo>
                            <a:pt x="216254" y="295397"/>
                            <a:pt x="164338" y="395837"/>
                            <a:pt x="180351" y="536464"/>
                          </a:cubicBezTo>
                          <a:cubicBezTo>
                            <a:pt x="122628" y="564971"/>
                            <a:pt x="77811" y="532793"/>
                            <a:pt x="3596" y="5581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9AADC7B8-08FD-9803-8345-4CD5C019C122}"/>
                </a:ext>
              </a:extLst>
            </p:cNvPr>
            <p:cNvGrpSpPr/>
            <p:nvPr/>
          </p:nvGrpSpPr>
          <p:grpSpPr>
            <a:xfrm rot="3439602">
              <a:off x="6753034" y="4870345"/>
              <a:ext cx="305640" cy="893841"/>
              <a:chOff x="1055921" y="4507095"/>
              <a:chExt cx="305640" cy="89384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ED69DD0-8FA2-90C4-490F-F2C012359919}"/>
                  </a:ext>
                </a:extLst>
              </p:cNvPr>
              <p:cNvSpPr/>
              <p:nvPr/>
            </p:nvSpPr>
            <p:spPr>
              <a:xfrm flipH="1">
                <a:off x="1055921" y="4716056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269213058">
                      <a:custGeom>
                        <a:avLst/>
                        <a:gdLst>
                          <a:gd name="connsiteX0" fmla="*/ 0 w 305640"/>
                          <a:gd name="connsiteY0" fmla="*/ 0 h 482699"/>
                          <a:gd name="connsiteX1" fmla="*/ 305640 w 305640"/>
                          <a:gd name="connsiteY1" fmla="*/ 0 h 482699"/>
                          <a:gd name="connsiteX2" fmla="*/ 305640 w 305640"/>
                          <a:gd name="connsiteY2" fmla="*/ 482699 h 482699"/>
                          <a:gd name="connsiteX3" fmla="*/ 0 w 305640"/>
                          <a:gd name="connsiteY3" fmla="*/ 482699 h 482699"/>
                          <a:gd name="connsiteX4" fmla="*/ 0 w 305640"/>
                          <a:gd name="connsiteY4" fmla="*/ 0 h 4826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05640" h="482699" fill="none" extrusionOk="0">
                            <a:moveTo>
                              <a:pt x="0" y="0"/>
                            </a:moveTo>
                            <a:cubicBezTo>
                              <a:pt x="135146" y="-13922"/>
                              <a:pt x="207615" y="29721"/>
                              <a:pt x="305640" y="0"/>
                            </a:cubicBezTo>
                            <a:cubicBezTo>
                              <a:pt x="340059" y="182211"/>
                              <a:pt x="291533" y="342187"/>
                              <a:pt x="305640" y="482699"/>
                            </a:cubicBezTo>
                            <a:cubicBezTo>
                              <a:pt x="198508" y="502999"/>
                              <a:pt x="61639" y="466220"/>
                              <a:pt x="0" y="482699"/>
                            </a:cubicBezTo>
                            <a:cubicBezTo>
                              <a:pt x="-28919" y="303548"/>
                              <a:pt x="18292" y="224550"/>
                              <a:pt x="0" y="0"/>
                            </a:cubicBezTo>
                            <a:close/>
                          </a:path>
                          <a:path w="305640" h="482699" stroke="0" extrusionOk="0">
                            <a:moveTo>
                              <a:pt x="0" y="0"/>
                            </a:moveTo>
                            <a:cubicBezTo>
                              <a:pt x="122963" y="-4900"/>
                              <a:pt x="200215" y="32730"/>
                              <a:pt x="305640" y="0"/>
                            </a:cubicBezTo>
                            <a:cubicBezTo>
                              <a:pt x="335966" y="203879"/>
                              <a:pt x="251160" y="357203"/>
                              <a:pt x="305640" y="482699"/>
                            </a:cubicBezTo>
                            <a:cubicBezTo>
                              <a:pt x="233111" y="485824"/>
                              <a:pt x="143350" y="454006"/>
                              <a:pt x="0" y="482699"/>
                            </a:cubicBezTo>
                            <a:cubicBezTo>
                              <a:pt x="-18092" y="277746"/>
                              <a:pt x="23248" y="13981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60" name="Connecteur droit 59">
                <a:extLst>
                  <a:ext uri="{FF2B5EF4-FFF2-40B4-BE49-F238E27FC236}">
                    <a16:creationId xmlns:a16="http://schemas.microsoft.com/office/drawing/2014/main" id="{A82D39C3-BA9A-7A2C-024C-8F26E7E011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5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4160F45-67D0-71A5-89DC-6B920BFC992C}"/>
                  </a:ext>
                </a:extLst>
              </p:cNvPr>
              <p:cNvSpPr/>
              <p:nvPr/>
            </p:nvSpPr>
            <p:spPr>
              <a:xfrm flipH="1">
                <a:off x="1104377" y="4507095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625259965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95374" y="-9306"/>
                              <a:pt x="117383" y="1327"/>
                              <a:pt x="202168" y="0"/>
                            </a:cubicBezTo>
                            <a:cubicBezTo>
                              <a:pt x="220742" y="58009"/>
                              <a:pt x="199147" y="170555"/>
                              <a:pt x="202168" y="232884"/>
                            </a:cubicBezTo>
                            <a:cubicBezTo>
                              <a:pt x="128219" y="235071"/>
                              <a:pt x="55824" y="224173"/>
                              <a:pt x="0" y="232884"/>
                            </a:cubicBezTo>
                            <a:cubicBezTo>
                              <a:pt x="-4795" y="165677"/>
                              <a:pt x="15991" y="69645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89263" y="-19051"/>
                              <a:pt x="103853" y="15137"/>
                              <a:pt x="202168" y="0"/>
                            </a:cubicBezTo>
                            <a:cubicBezTo>
                              <a:pt x="222265" y="59247"/>
                              <a:pt x="195492" y="159955"/>
                              <a:pt x="202168" y="232884"/>
                            </a:cubicBezTo>
                            <a:cubicBezTo>
                              <a:pt x="110988" y="244943"/>
                              <a:pt x="75778" y="209462"/>
                              <a:pt x="0" y="232884"/>
                            </a:cubicBezTo>
                            <a:cubicBezTo>
                              <a:pt x="-26426" y="173852"/>
                              <a:pt x="25700" y="11536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4EA421A-CE90-DADF-B3C4-C8D186F3109C}"/>
                  </a:ext>
                </a:extLst>
              </p:cNvPr>
              <p:cNvSpPr/>
              <p:nvPr/>
            </p:nvSpPr>
            <p:spPr>
              <a:xfrm flipH="1">
                <a:off x="1112563" y="5168052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4180076486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44693" y="-4571"/>
                              <a:pt x="156441" y="3652"/>
                              <a:pt x="202168" y="0"/>
                            </a:cubicBezTo>
                            <a:cubicBezTo>
                              <a:pt x="209517" y="61035"/>
                              <a:pt x="179783" y="133666"/>
                              <a:pt x="202168" y="232884"/>
                            </a:cubicBezTo>
                            <a:cubicBezTo>
                              <a:pt x="152354" y="233089"/>
                              <a:pt x="86610" y="230394"/>
                              <a:pt x="0" y="232884"/>
                            </a:cubicBezTo>
                            <a:cubicBezTo>
                              <a:pt x="-23042" y="165545"/>
                              <a:pt x="20420" y="72163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66706" y="-6737"/>
                              <a:pt x="112305" y="7959"/>
                              <a:pt x="202168" y="0"/>
                            </a:cubicBezTo>
                            <a:cubicBezTo>
                              <a:pt x="224917" y="81406"/>
                              <a:pt x="189512" y="141042"/>
                              <a:pt x="202168" y="232884"/>
                            </a:cubicBezTo>
                            <a:cubicBezTo>
                              <a:pt x="115669" y="238851"/>
                              <a:pt x="65782" y="226351"/>
                              <a:pt x="0" y="232884"/>
                            </a:cubicBezTo>
                            <a:cubicBezTo>
                              <a:pt x="-4979" y="133079"/>
                              <a:pt x="24040" y="10893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C6572859-2B4A-6353-B225-DCC83D79D2AA}"/>
                </a:ext>
              </a:extLst>
            </p:cNvPr>
            <p:cNvSpPr/>
            <p:nvPr/>
          </p:nvSpPr>
          <p:spPr>
            <a:xfrm flipH="1">
              <a:off x="7172712" y="4677814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3076340521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-24820" y="104613"/>
                            <a:pt x="152173" y="-6171"/>
                            <a:pt x="275076" y="0"/>
                          </a:cubicBezTo>
                          <a:cubicBezTo>
                            <a:pt x="423897" y="-6957"/>
                            <a:pt x="570536" y="143395"/>
                            <a:pt x="550152" y="275076"/>
                          </a:cubicBezTo>
                          <a:cubicBezTo>
                            <a:pt x="581713" y="444460"/>
                            <a:pt x="390373" y="563821"/>
                            <a:pt x="275076" y="550152"/>
                          </a:cubicBezTo>
                          <a:cubicBezTo>
                            <a:pt x="127976" y="557103"/>
                            <a:pt x="3530" y="418180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266" y="116379"/>
                            <a:pt x="137536" y="-3716"/>
                            <a:pt x="275076" y="0"/>
                          </a:cubicBezTo>
                          <a:cubicBezTo>
                            <a:pt x="403151" y="-12412"/>
                            <a:pt x="572783" y="101896"/>
                            <a:pt x="550152" y="275076"/>
                          </a:cubicBezTo>
                          <a:cubicBezTo>
                            <a:pt x="560537" y="388455"/>
                            <a:pt x="418924" y="545846"/>
                            <a:pt x="275076" y="550152"/>
                          </a:cubicBezTo>
                          <a:cubicBezTo>
                            <a:pt x="136740" y="559065"/>
                            <a:pt x="-3027" y="410996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3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984ABFE3-2A2E-B87D-4455-C625C055211F}"/>
                </a:ext>
              </a:extLst>
            </p:cNvPr>
            <p:cNvSpPr/>
            <p:nvPr/>
          </p:nvSpPr>
          <p:spPr>
            <a:xfrm flipH="1">
              <a:off x="6063760" y="5448016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996888503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-12971" y="111002"/>
                            <a:pt x="118826" y="-8699"/>
                            <a:pt x="275076" y="0"/>
                          </a:cubicBezTo>
                          <a:cubicBezTo>
                            <a:pt x="427171" y="-23058"/>
                            <a:pt x="552833" y="160745"/>
                            <a:pt x="550152" y="275076"/>
                          </a:cubicBezTo>
                          <a:cubicBezTo>
                            <a:pt x="533260" y="422046"/>
                            <a:pt x="439419" y="553109"/>
                            <a:pt x="275076" y="550152"/>
                          </a:cubicBezTo>
                          <a:cubicBezTo>
                            <a:pt x="90630" y="526005"/>
                            <a:pt x="-60" y="423400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9184" y="120467"/>
                            <a:pt x="102858" y="-36214"/>
                            <a:pt x="275076" y="0"/>
                          </a:cubicBezTo>
                          <a:cubicBezTo>
                            <a:pt x="432037" y="-3620"/>
                            <a:pt x="536950" y="116282"/>
                            <a:pt x="550152" y="275076"/>
                          </a:cubicBezTo>
                          <a:cubicBezTo>
                            <a:pt x="531291" y="416741"/>
                            <a:pt x="402471" y="563541"/>
                            <a:pt x="275076" y="550152"/>
                          </a:cubicBezTo>
                          <a:cubicBezTo>
                            <a:pt x="116389" y="525096"/>
                            <a:pt x="5253" y="410846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3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A9BD6BB5-4D8E-D365-6F55-BEE3C2B6FAAA}"/>
                </a:ext>
              </a:extLst>
            </p:cNvPr>
            <p:cNvGrpSpPr/>
            <p:nvPr/>
          </p:nvGrpSpPr>
          <p:grpSpPr>
            <a:xfrm rot="21111080">
              <a:off x="7378393" y="3711517"/>
              <a:ext cx="305640" cy="893841"/>
              <a:chOff x="1055921" y="4507095"/>
              <a:chExt cx="305640" cy="89384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916F632-8845-42FA-6CE5-FDB86739C83E}"/>
                  </a:ext>
                </a:extLst>
              </p:cNvPr>
              <p:cNvSpPr/>
              <p:nvPr/>
            </p:nvSpPr>
            <p:spPr>
              <a:xfrm flipH="1">
                <a:off x="1055921" y="4716057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338069649">
                      <a:custGeom>
                        <a:avLst/>
                        <a:gdLst>
                          <a:gd name="connsiteX0" fmla="*/ 0 w 305640"/>
                          <a:gd name="connsiteY0" fmla="*/ 0 h 482699"/>
                          <a:gd name="connsiteX1" fmla="*/ 305640 w 305640"/>
                          <a:gd name="connsiteY1" fmla="*/ 0 h 482699"/>
                          <a:gd name="connsiteX2" fmla="*/ 305640 w 305640"/>
                          <a:gd name="connsiteY2" fmla="*/ 482699 h 482699"/>
                          <a:gd name="connsiteX3" fmla="*/ 0 w 305640"/>
                          <a:gd name="connsiteY3" fmla="*/ 482699 h 482699"/>
                          <a:gd name="connsiteX4" fmla="*/ 0 w 305640"/>
                          <a:gd name="connsiteY4" fmla="*/ 0 h 4826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05640" h="482699" fill="none" extrusionOk="0">
                            <a:moveTo>
                              <a:pt x="0" y="0"/>
                            </a:moveTo>
                            <a:cubicBezTo>
                              <a:pt x="124375" y="-19577"/>
                              <a:pt x="214563" y="28152"/>
                              <a:pt x="305640" y="0"/>
                            </a:cubicBezTo>
                            <a:cubicBezTo>
                              <a:pt x="344002" y="203090"/>
                              <a:pt x="261961" y="329451"/>
                              <a:pt x="305640" y="482699"/>
                            </a:cubicBezTo>
                            <a:cubicBezTo>
                              <a:pt x="183761" y="492476"/>
                              <a:pt x="86136" y="457413"/>
                              <a:pt x="0" y="482699"/>
                            </a:cubicBezTo>
                            <a:cubicBezTo>
                              <a:pt x="-54805" y="291019"/>
                              <a:pt x="7049" y="121976"/>
                              <a:pt x="0" y="0"/>
                            </a:cubicBezTo>
                            <a:close/>
                          </a:path>
                          <a:path w="305640" h="482699" stroke="0" extrusionOk="0">
                            <a:moveTo>
                              <a:pt x="0" y="0"/>
                            </a:moveTo>
                            <a:cubicBezTo>
                              <a:pt x="135647" y="-12110"/>
                              <a:pt x="198429" y="11031"/>
                              <a:pt x="305640" y="0"/>
                            </a:cubicBezTo>
                            <a:cubicBezTo>
                              <a:pt x="330655" y="233737"/>
                              <a:pt x="292118" y="305943"/>
                              <a:pt x="305640" y="482699"/>
                            </a:cubicBezTo>
                            <a:cubicBezTo>
                              <a:pt x="206679" y="489907"/>
                              <a:pt x="110508" y="463267"/>
                              <a:pt x="0" y="482699"/>
                            </a:cubicBezTo>
                            <a:cubicBezTo>
                              <a:pt x="-31571" y="275877"/>
                              <a:pt x="22051" y="13418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FD2E7C13-B133-BE79-F8F5-90EFEFC66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6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93B7E26-EB93-75C3-B2FD-F7ED7F85F566}"/>
                  </a:ext>
                </a:extLst>
              </p:cNvPr>
              <p:cNvSpPr/>
              <p:nvPr/>
            </p:nvSpPr>
            <p:spPr>
              <a:xfrm flipH="1">
                <a:off x="1104377" y="4507095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810785759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89097" y="-7339"/>
                              <a:pt x="121504" y="19265"/>
                              <a:pt x="202168" y="0"/>
                            </a:cubicBezTo>
                            <a:cubicBezTo>
                              <a:pt x="228062" y="47320"/>
                              <a:pt x="190136" y="175290"/>
                              <a:pt x="202168" y="232884"/>
                            </a:cubicBezTo>
                            <a:cubicBezTo>
                              <a:pt x="107578" y="234856"/>
                              <a:pt x="73350" y="228183"/>
                              <a:pt x="0" y="232884"/>
                            </a:cubicBezTo>
                            <a:cubicBezTo>
                              <a:pt x="-4385" y="163365"/>
                              <a:pt x="15227" y="47318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43489" y="-8598"/>
                              <a:pt x="159198" y="20865"/>
                              <a:pt x="202168" y="0"/>
                            </a:cubicBezTo>
                            <a:cubicBezTo>
                              <a:pt x="203045" y="112279"/>
                              <a:pt x="182738" y="174072"/>
                              <a:pt x="202168" y="232884"/>
                            </a:cubicBezTo>
                            <a:cubicBezTo>
                              <a:pt x="153777" y="235520"/>
                              <a:pt x="43750" y="223029"/>
                              <a:pt x="0" y="232884"/>
                            </a:cubicBezTo>
                            <a:cubicBezTo>
                              <a:pt x="-18032" y="137166"/>
                              <a:pt x="6538" y="5787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 dirty="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1989B01B-CD1B-6EE2-73F2-2E0BBFE1C700}"/>
                  </a:ext>
                </a:extLst>
              </p:cNvPr>
              <p:cNvSpPr/>
              <p:nvPr/>
            </p:nvSpPr>
            <p:spPr>
              <a:xfrm flipH="1">
                <a:off x="1112563" y="5168052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373481161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46063" y="-8291"/>
                              <a:pt x="139114" y="7917"/>
                              <a:pt x="202168" y="0"/>
                            </a:cubicBezTo>
                            <a:cubicBezTo>
                              <a:pt x="215247" y="92525"/>
                              <a:pt x="187051" y="173590"/>
                              <a:pt x="202168" y="232884"/>
                            </a:cubicBezTo>
                            <a:cubicBezTo>
                              <a:pt x="107033" y="245648"/>
                              <a:pt x="94454" y="224624"/>
                              <a:pt x="0" y="232884"/>
                            </a:cubicBezTo>
                            <a:cubicBezTo>
                              <a:pt x="-24888" y="161649"/>
                              <a:pt x="14941" y="88102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94045" y="-9234"/>
                              <a:pt x="107490" y="21632"/>
                              <a:pt x="202168" y="0"/>
                            </a:cubicBezTo>
                            <a:cubicBezTo>
                              <a:pt x="203564" y="81594"/>
                              <a:pt x="181958" y="174067"/>
                              <a:pt x="202168" y="232884"/>
                            </a:cubicBezTo>
                            <a:cubicBezTo>
                              <a:pt x="125775" y="242738"/>
                              <a:pt x="42414" y="216491"/>
                              <a:pt x="0" y="232884"/>
                            </a:cubicBezTo>
                            <a:cubicBezTo>
                              <a:pt x="-21709" y="132488"/>
                              <a:pt x="23006" y="7147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70" name="Arc plein 69">
              <a:extLst>
                <a:ext uri="{FF2B5EF4-FFF2-40B4-BE49-F238E27FC236}">
                  <a16:creationId xmlns:a16="http://schemas.microsoft.com/office/drawing/2014/main" id="{ED025773-198D-9A61-8756-63A2C80BC76C}"/>
                </a:ext>
              </a:extLst>
            </p:cNvPr>
            <p:cNvSpPr/>
            <p:nvPr/>
          </p:nvSpPr>
          <p:spPr>
            <a:xfrm rot="2366134" flipH="1">
              <a:off x="6954094" y="4457090"/>
              <a:ext cx="987389" cy="996198"/>
            </a:xfrm>
            <a:prstGeom prst="blockArc">
              <a:avLst>
                <a:gd name="adj1" fmla="val 10381174"/>
                <a:gd name="adj2" fmla="val 1362443"/>
                <a:gd name="adj3" fmla="val 1803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4220423506">
                    <a:custGeom>
                      <a:avLst/>
                      <a:gdLst>
                        <a:gd name="connsiteX0" fmla="*/ 3596 w 987389"/>
                        <a:gd name="connsiteY0" fmla="*/ 558106 h 996198"/>
                        <a:gd name="connsiteX1" fmla="*/ 267329 w 987389"/>
                        <a:gd name="connsiteY1" fmla="*/ 55445 h 996198"/>
                        <a:gd name="connsiteX2" fmla="*/ 830805 w 987389"/>
                        <a:gd name="connsiteY2" fmla="*/ 134199 h 996198"/>
                        <a:gd name="connsiteX3" fmla="*/ 949722 w 987389"/>
                        <a:gd name="connsiteY3" fmla="*/ 688928 h 996198"/>
                        <a:gd name="connsiteX4" fmla="*/ 785444 w 987389"/>
                        <a:gd name="connsiteY4" fmla="*/ 620185 h 996198"/>
                        <a:gd name="connsiteX5" fmla="*/ 709780 w 987389"/>
                        <a:gd name="connsiteY5" fmla="*/ 264841 h 996198"/>
                        <a:gd name="connsiteX6" fmla="*/ 348409 w 987389"/>
                        <a:gd name="connsiteY6" fmla="*/ 213997 h 996198"/>
                        <a:gd name="connsiteX7" fmla="*/ 180351 w 987389"/>
                        <a:gd name="connsiteY7" fmla="*/ 536464 h 996198"/>
                        <a:gd name="connsiteX8" fmla="*/ 3596 w 987389"/>
                        <a:gd name="connsiteY8" fmla="*/ 558106 h 9961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87389" h="996198" fill="none" extrusionOk="0">
                          <a:moveTo>
                            <a:pt x="3596" y="558106"/>
                          </a:moveTo>
                          <a:cubicBezTo>
                            <a:pt x="-41165" y="365393"/>
                            <a:pt x="126604" y="188033"/>
                            <a:pt x="267329" y="55445"/>
                          </a:cubicBezTo>
                          <a:cubicBezTo>
                            <a:pt x="505877" y="-58352"/>
                            <a:pt x="725921" y="30372"/>
                            <a:pt x="830805" y="134199"/>
                          </a:cubicBezTo>
                          <a:cubicBezTo>
                            <a:pt x="993252" y="241819"/>
                            <a:pt x="1034021" y="476028"/>
                            <a:pt x="949722" y="688928"/>
                          </a:cubicBezTo>
                          <a:cubicBezTo>
                            <a:pt x="882703" y="662376"/>
                            <a:pt x="836840" y="640613"/>
                            <a:pt x="785444" y="620185"/>
                          </a:cubicBezTo>
                          <a:cubicBezTo>
                            <a:pt x="838668" y="532589"/>
                            <a:pt x="812560" y="336674"/>
                            <a:pt x="709780" y="264841"/>
                          </a:cubicBezTo>
                          <a:cubicBezTo>
                            <a:pt x="622275" y="197860"/>
                            <a:pt x="431715" y="163351"/>
                            <a:pt x="348409" y="213997"/>
                          </a:cubicBezTo>
                          <a:cubicBezTo>
                            <a:pt x="212769" y="277832"/>
                            <a:pt x="138212" y="387514"/>
                            <a:pt x="180351" y="536464"/>
                          </a:cubicBezTo>
                          <a:cubicBezTo>
                            <a:pt x="96692" y="567573"/>
                            <a:pt x="89415" y="537751"/>
                            <a:pt x="3596" y="558106"/>
                          </a:cubicBezTo>
                          <a:close/>
                        </a:path>
                        <a:path w="987389" h="996198" stroke="0" extrusionOk="0">
                          <a:moveTo>
                            <a:pt x="3596" y="558106"/>
                          </a:moveTo>
                          <a:cubicBezTo>
                            <a:pt x="-16214" y="350808"/>
                            <a:pt x="65629" y="150314"/>
                            <a:pt x="267329" y="55445"/>
                          </a:cubicBezTo>
                          <a:cubicBezTo>
                            <a:pt x="466183" y="-40447"/>
                            <a:pt x="642561" y="-37084"/>
                            <a:pt x="830805" y="134199"/>
                          </a:cubicBezTo>
                          <a:cubicBezTo>
                            <a:pt x="1002511" y="286008"/>
                            <a:pt x="1035138" y="491423"/>
                            <a:pt x="949722" y="688928"/>
                          </a:cubicBezTo>
                          <a:cubicBezTo>
                            <a:pt x="908623" y="686513"/>
                            <a:pt x="869996" y="646273"/>
                            <a:pt x="785444" y="620185"/>
                          </a:cubicBezTo>
                          <a:cubicBezTo>
                            <a:pt x="820608" y="500934"/>
                            <a:pt x="799049" y="353444"/>
                            <a:pt x="709780" y="264841"/>
                          </a:cubicBezTo>
                          <a:cubicBezTo>
                            <a:pt x="573761" y="168966"/>
                            <a:pt x="457812" y="158504"/>
                            <a:pt x="348409" y="213997"/>
                          </a:cubicBezTo>
                          <a:cubicBezTo>
                            <a:pt x="225161" y="285670"/>
                            <a:pt x="152143" y="379562"/>
                            <a:pt x="180351" y="536464"/>
                          </a:cubicBezTo>
                          <a:cubicBezTo>
                            <a:pt x="115045" y="561743"/>
                            <a:pt x="86483" y="545723"/>
                            <a:pt x="3596" y="5581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B4715F58-DF49-DE35-8281-E56F80408426}"/>
                </a:ext>
              </a:extLst>
            </p:cNvPr>
            <p:cNvSpPr/>
            <p:nvPr/>
          </p:nvSpPr>
          <p:spPr>
            <a:xfrm flipH="1">
              <a:off x="7159107" y="3278352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376453739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4479" y="105297"/>
                            <a:pt x="131115" y="-16723"/>
                            <a:pt x="275076" y="0"/>
                          </a:cubicBezTo>
                          <a:cubicBezTo>
                            <a:pt x="436340" y="-3122"/>
                            <a:pt x="567225" y="145277"/>
                            <a:pt x="550152" y="275076"/>
                          </a:cubicBezTo>
                          <a:cubicBezTo>
                            <a:pt x="520593" y="399937"/>
                            <a:pt x="437293" y="558263"/>
                            <a:pt x="275076" y="550152"/>
                          </a:cubicBezTo>
                          <a:cubicBezTo>
                            <a:pt x="110477" y="540521"/>
                            <a:pt x="-1325" y="435536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44525" y="120516"/>
                            <a:pt x="133792" y="-10247"/>
                            <a:pt x="275076" y="0"/>
                          </a:cubicBezTo>
                          <a:cubicBezTo>
                            <a:pt x="455918" y="26118"/>
                            <a:pt x="506793" y="135398"/>
                            <a:pt x="550152" y="275076"/>
                          </a:cubicBezTo>
                          <a:cubicBezTo>
                            <a:pt x="529973" y="419916"/>
                            <a:pt x="434209" y="558354"/>
                            <a:pt x="275076" y="550152"/>
                          </a:cubicBezTo>
                          <a:cubicBezTo>
                            <a:pt x="136914" y="524662"/>
                            <a:pt x="-39392" y="431801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3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</a:p>
          </p:txBody>
        </p:sp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E23AFED8-65AB-8533-321E-3E0F5FA9DAFB}"/>
                </a:ext>
              </a:extLst>
            </p:cNvPr>
            <p:cNvGrpSpPr/>
            <p:nvPr/>
          </p:nvGrpSpPr>
          <p:grpSpPr>
            <a:xfrm rot="18815667">
              <a:off x="6743631" y="2471163"/>
              <a:ext cx="305640" cy="893841"/>
              <a:chOff x="1055921" y="4507095"/>
              <a:chExt cx="305640" cy="89384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99A45431-F560-0E68-E766-F5BE524E0C73}"/>
                  </a:ext>
                </a:extLst>
              </p:cNvPr>
              <p:cNvSpPr/>
              <p:nvPr/>
            </p:nvSpPr>
            <p:spPr>
              <a:xfrm flipH="1">
                <a:off x="1055921" y="4716057"/>
                <a:ext cx="305640" cy="482699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971375056">
                      <a:custGeom>
                        <a:avLst/>
                        <a:gdLst>
                          <a:gd name="connsiteX0" fmla="*/ 0 w 305640"/>
                          <a:gd name="connsiteY0" fmla="*/ 0 h 482699"/>
                          <a:gd name="connsiteX1" fmla="*/ 305640 w 305640"/>
                          <a:gd name="connsiteY1" fmla="*/ 0 h 482699"/>
                          <a:gd name="connsiteX2" fmla="*/ 305640 w 305640"/>
                          <a:gd name="connsiteY2" fmla="*/ 482699 h 482699"/>
                          <a:gd name="connsiteX3" fmla="*/ 0 w 305640"/>
                          <a:gd name="connsiteY3" fmla="*/ 482699 h 482699"/>
                          <a:gd name="connsiteX4" fmla="*/ 0 w 305640"/>
                          <a:gd name="connsiteY4" fmla="*/ 0 h 4826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05640" h="482699" fill="none" extrusionOk="0">
                            <a:moveTo>
                              <a:pt x="0" y="0"/>
                            </a:moveTo>
                            <a:cubicBezTo>
                              <a:pt x="136977" y="-9998"/>
                              <a:pt x="208668" y="27004"/>
                              <a:pt x="305640" y="0"/>
                            </a:cubicBezTo>
                            <a:cubicBezTo>
                              <a:pt x="316070" y="158170"/>
                              <a:pt x="249730" y="261420"/>
                              <a:pt x="305640" y="482699"/>
                            </a:cubicBezTo>
                            <a:cubicBezTo>
                              <a:pt x="230215" y="483295"/>
                              <a:pt x="151112" y="469650"/>
                              <a:pt x="0" y="482699"/>
                            </a:cubicBezTo>
                            <a:cubicBezTo>
                              <a:pt x="-5917" y="297564"/>
                              <a:pt x="8143" y="127291"/>
                              <a:pt x="0" y="0"/>
                            </a:cubicBezTo>
                            <a:close/>
                          </a:path>
                          <a:path w="305640" h="482699" stroke="0" extrusionOk="0">
                            <a:moveTo>
                              <a:pt x="0" y="0"/>
                            </a:moveTo>
                            <a:cubicBezTo>
                              <a:pt x="141142" y="-9761"/>
                              <a:pt x="193868" y="12959"/>
                              <a:pt x="305640" y="0"/>
                            </a:cubicBezTo>
                            <a:cubicBezTo>
                              <a:pt x="330578" y="113667"/>
                              <a:pt x="291276" y="326879"/>
                              <a:pt x="305640" y="482699"/>
                            </a:cubicBezTo>
                            <a:cubicBezTo>
                              <a:pt x="187476" y="515160"/>
                              <a:pt x="67852" y="461117"/>
                              <a:pt x="0" y="482699"/>
                            </a:cubicBezTo>
                            <a:cubicBezTo>
                              <a:pt x="-7338" y="242382"/>
                              <a:pt x="12348" y="20282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cxnSp>
            <p:nvCxnSpPr>
              <p:cNvPr id="74" name="Connecteur droit 73">
                <a:extLst>
                  <a:ext uri="{FF2B5EF4-FFF2-40B4-BE49-F238E27FC236}">
                    <a16:creationId xmlns:a16="http://schemas.microsoft.com/office/drawing/2014/main" id="{825E5BE1-84B2-0B1D-8CCB-3F1C89EE4F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921" y="4712666"/>
                <a:ext cx="305640" cy="486090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6E3267D-1E6B-51C9-B70B-AB57B5CFAED9}"/>
                  </a:ext>
                </a:extLst>
              </p:cNvPr>
              <p:cNvSpPr/>
              <p:nvPr/>
            </p:nvSpPr>
            <p:spPr>
              <a:xfrm flipH="1">
                <a:off x="1104377" y="4507095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682082419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67906" y="-20467"/>
                              <a:pt x="149223" y="10205"/>
                              <a:pt x="202168" y="0"/>
                            </a:cubicBezTo>
                            <a:cubicBezTo>
                              <a:pt x="228790" y="88623"/>
                              <a:pt x="183258" y="175638"/>
                              <a:pt x="202168" y="232884"/>
                            </a:cubicBezTo>
                            <a:cubicBezTo>
                              <a:pt x="140984" y="244748"/>
                              <a:pt x="79753" y="223041"/>
                              <a:pt x="0" y="232884"/>
                            </a:cubicBezTo>
                            <a:cubicBezTo>
                              <a:pt x="-21450" y="136060"/>
                              <a:pt x="11392" y="68367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94255" y="-16203"/>
                              <a:pt x="120037" y="20715"/>
                              <a:pt x="202168" y="0"/>
                            </a:cubicBezTo>
                            <a:cubicBezTo>
                              <a:pt x="221223" y="54178"/>
                              <a:pt x="198468" y="158162"/>
                              <a:pt x="202168" y="232884"/>
                            </a:cubicBezTo>
                            <a:cubicBezTo>
                              <a:pt x="151009" y="242331"/>
                              <a:pt x="86238" y="208788"/>
                              <a:pt x="0" y="232884"/>
                            </a:cubicBezTo>
                            <a:cubicBezTo>
                              <a:pt x="-3649" y="144673"/>
                              <a:pt x="11635" y="11262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F39EBBB-DAE7-3D2D-10AD-8A6625CB1A7D}"/>
                  </a:ext>
                </a:extLst>
              </p:cNvPr>
              <p:cNvSpPr/>
              <p:nvPr/>
            </p:nvSpPr>
            <p:spPr>
              <a:xfrm flipH="1">
                <a:off x="1112563" y="5168052"/>
                <a:ext cx="202168" cy="232884"/>
              </a:xfrm>
              <a:prstGeom prst="rect">
                <a:avLst/>
              </a:prstGeom>
              <a:grpFill/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403499806">
                      <a:custGeom>
                        <a:avLst/>
                        <a:gdLst>
                          <a:gd name="connsiteX0" fmla="*/ 0 w 202168"/>
                          <a:gd name="connsiteY0" fmla="*/ 0 h 232884"/>
                          <a:gd name="connsiteX1" fmla="*/ 202168 w 202168"/>
                          <a:gd name="connsiteY1" fmla="*/ 0 h 232884"/>
                          <a:gd name="connsiteX2" fmla="*/ 202168 w 202168"/>
                          <a:gd name="connsiteY2" fmla="*/ 232884 h 232884"/>
                          <a:gd name="connsiteX3" fmla="*/ 0 w 202168"/>
                          <a:gd name="connsiteY3" fmla="*/ 232884 h 232884"/>
                          <a:gd name="connsiteX4" fmla="*/ 0 w 202168"/>
                          <a:gd name="connsiteY4" fmla="*/ 0 h 232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2168" h="232884" fill="none" extrusionOk="0">
                            <a:moveTo>
                              <a:pt x="0" y="0"/>
                            </a:moveTo>
                            <a:cubicBezTo>
                              <a:pt x="72391" y="-13410"/>
                              <a:pt x="146025" y="4206"/>
                              <a:pt x="202168" y="0"/>
                            </a:cubicBezTo>
                            <a:cubicBezTo>
                              <a:pt x="205160" y="97671"/>
                              <a:pt x="194159" y="143146"/>
                              <a:pt x="202168" y="232884"/>
                            </a:cubicBezTo>
                            <a:cubicBezTo>
                              <a:pt x="130790" y="244688"/>
                              <a:pt x="50257" y="211032"/>
                              <a:pt x="0" y="232884"/>
                            </a:cubicBezTo>
                            <a:cubicBezTo>
                              <a:pt x="-22763" y="174074"/>
                              <a:pt x="3298" y="116108"/>
                              <a:pt x="0" y="0"/>
                            </a:cubicBezTo>
                            <a:close/>
                          </a:path>
                          <a:path w="202168" h="232884" stroke="0" extrusionOk="0">
                            <a:moveTo>
                              <a:pt x="0" y="0"/>
                            </a:moveTo>
                            <a:cubicBezTo>
                              <a:pt x="82367" y="-6265"/>
                              <a:pt x="101784" y="21701"/>
                              <a:pt x="202168" y="0"/>
                            </a:cubicBezTo>
                            <a:cubicBezTo>
                              <a:pt x="213973" y="108783"/>
                              <a:pt x="190862" y="164108"/>
                              <a:pt x="202168" y="232884"/>
                            </a:cubicBezTo>
                            <a:cubicBezTo>
                              <a:pt x="118599" y="240121"/>
                              <a:pt x="42732" y="216143"/>
                              <a:pt x="0" y="232884"/>
                            </a:cubicBezTo>
                            <a:cubicBezTo>
                              <a:pt x="-10264" y="154249"/>
                              <a:pt x="26497" y="106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9DA319CA-52F2-E191-FD21-33B4A3AAA118}"/>
                </a:ext>
              </a:extLst>
            </p:cNvPr>
            <p:cNvSpPr/>
            <p:nvPr/>
          </p:nvSpPr>
          <p:spPr>
            <a:xfrm flipH="1">
              <a:off x="6166202" y="2230936"/>
              <a:ext cx="550151" cy="55015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930897163">
                    <a:custGeom>
                      <a:avLst/>
                      <a:gdLst>
                        <a:gd name="connsiteX0" fmla="*/ 0 w 550151"/>
                        <a:gd name="connsiteY0" fmla="*/ 275076 h 550151"/>
                        <a:gd name="connsiteX1" fmla="*/ 275076 w 550151"/>
                        <a:gd name="connsiteY1" fmla="*/ 0 h 550151"/>
                        <a:gd name="connsiteX2" fmla="*/ 550152 w 550151"/>
                        <a:gd name="connsiteY2" fmla="*/ 275076 h 550151"/>
                        <a:gd name="connsiteX3" fmla="*/ 275076 w 550151"/>
                        <a:gd name="connsiteY3" fmla="*/ 550152 h 550151"/>
                        <a:gd name="connsiteX4" fmla="*/ 0 w 550151"/>
                        <a:gd name="connsiteY4" fmla="*/ 275076 h 5501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0151" h="550151" fill="none" extrusionOk="0">
                          <a:moveTo>
                            <a:pt x="0" y="275076"/>
                          </a:moveTo>
                          <a:cubicBezTo>
                            <a:pt x="30215" y="122863"/>
                            <a:pt x="162836" y="3418"/>
                            <a:pt x="275076" y="0"/>
                          </a:cubicBezTo>
                          <a:cubicBezTo>
                            <a:pt x="451305" y="7553"/>
                            <a:pt x="506500" y="124013"/>
                            <a:pt x="550152" y="275076"/>
                          </a:cubicBezTo>
                          <a:cubicBezTo>
                            <a:pt x="531360" y="390594"/>
                            <a:pt x="418616" y="564950"/>
                            <a:pt x="275076" y="550152"/>
                          </a:cubicBezTo>
                          <a:cubicBezTo>
                            <a:pt x="114407" y="548757"/>
                            <a:pt x="-40714" y="444164"/>
                            <a:pt x="0" y="275076"/>
                          </a:cubicBezTo>
                          <a:close/>
                        </a:path>
                        <a:path w="550151" h="550151" stroke="0" extrusionOk="0">
                          <a:moveTo>
                            <a:pt x="0" y="275076"/>
                          </a:moveTo>
                          <a:cubicBezTo>
                            <a:pt x="-949" y="84326"/>
                            <a:pt x="144548" y="11025"/>
                            <a:pt x="275076" y="0"/>
                          </a:cubicBezTo>
                          <a:cubicBezTo>
                            <a:pt x="419483" y="-6757"/>
                            <a:pt x="545162" y="129008"/>
                            <a:pt x="550152" y="275076"/>
                          </a:cubicBezTo>
                          <a:cubicBezTo>
                            <a:pt x="557084" y="423608"/>
                            <a:pt x="445141" y="538821"/>
                            <a:pt x="275076" y="550152"/>
                          </a:cubicBezTo>
                          <a:cubicBezTo>
                            <a:pt x="130950" y="523720"/>
                            <a:pt x="5042" y="432911"/>
                            <a:pt x="0" y="27507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3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78" name="Arc plein 77">
              <a:extLst>
                <a:ext uri="{FF2B5EF4-FFF2-40B4-BE49-F238E27FC236}">
                  <a16:creationId xmlns:a16="http://schemas.microsoft.com/office/drawing/2014/main" id="{4B178209-E7AA-E5E8-4A51-E683CAF7E42F}"/>
                </a:ext>
              </a:extLst>
            </p:cNvPr>
            <p:cNvSpPr/>
            <p:nvPr/>
          </p:nvSpPr>
          <p:spPr>
            <a:xfrm rot="20579439" flipH="1">
              <a:off x="6940489" y="3059521"/>
              <a:ext cx="987389" cy="996198"/>
            </a:xfrm>
            <a:prstGeom prst="blockArc">
              <a:avLst>
                <a:gd name="adj1" fmla="val 10381174"/>
                <a:gd name="adj2" fmla="val 1362443"/>
                <a:gd name="adj3" fmla="val 1803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810570703">
                    <a:custGeom>
                      <a:avLst/>
                      <a:gdLst>
                        <a:gd name="connsiteX0" fmla="*/ 3596 w 987389"/>
                        <a:gd name="connsiteY0" fmla="*/ 558106 h 996198"/>
                        <a:gd name="connsiteX1" fmla="*/ 267329 w 987389"/>
                        <a:gd name="connsiteY1" fmla="*/ 55445 h 996198"/>
                        <a:gd name="connsiteX2" fmla="*/ 830805 w 987389"/>
                        <a:gd name="connsiteY2" fmla="*/ 134199 h 996198"/>
                        <a:gd name="connsiteX3" fmla="*/ 949722 w 987389"/>
                        <a:gd name="connsiteY3" fmla="*/ 688928 h 996198"/>
                        <a:gd name="connsiteX4" fmla="*/ 785444 w 987389"/>
                        <a:gd name="connsiteY4" fmla="*/ 620185 h 996198"/>
                        <a:gd name="connsiteX5" fmla="*/ 709780 w 987389"/>
                        <a:gd name="connsiteY5" fmla="*/ 264841 h 996198"/>
                        <a:gd name="connsiteX6" fmla="*/ 348409 w 987389"/>
                        <a:gd name="connsiteY6" fmla="*/ 213997 h 996198"/>
                        <a:gd name="connsiteX7" fmla="*/ 180351 w 987389"/>
                        <a:gd name="connsiteY7" fmla="*/ 536464 h 996198"/>
                        <a:gd name="connsiteX8" fmla="*/ 3596 w 987389"/>
                        <a:gd name="connsiteY8" fmla="*/ 558106 h 9961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87389" h="996198" fill="none" extrusionOk="0">
                          <a:moveTo>
                            <a:pt x="3596" y="558106"/>
                          </a:moveTo>
                          <a:cubicBezTo>
                            <a:pt x="12958" y="401139"/>
                            <a:pt x="48327" y="154272"/>
                            <a:pt x="267329" y="55445"/>
                          </a:cubicBezTo>
                          <a:cubicBezTo>
                            <a:pt x="427799" y="-29956"/>
                            <a:pt x="654982" y="-52562"/>
                            <a:pt x="830805" y="134199"/>
                          </a:cubicBezTo>
                          <a:cubicBezTo>
                            <a:pt x="1033089" y="267566"/>
                            <a:pt x="1023865" y="474912"/>
                            <a:pt x="949722" y="688928"/>
                          </a:cubicBezTo>
                          <a:cubicBezTo>
                            <a:pt x="896509" y="687736"/>
                            <a:pt x="869419" y="649057"/>
                            <a:pt x="785444" y="620185"/>
                          </a:cubicBezTo>
                          <a:cubicBezTo>
                            <a:pt x="862995" y="505697"/>
                            <a:pt x="824615" y="378162"/>
                            <a:pt x="709780" y="264841"/>
                          </a:cubicBezTo>
                          <a:cubicBezTo>
                            <a:pt x="617265" y="158408"/>
                            <a:pt x="472862" y="185268"/>
                            <a:pt x="348409" y="213997"/>
                          </a:cubicBezTo>
                          <a:cubicBezTo>
                            <a:pt x="260202" y="299775"/>
                            <a:pt x="179556" y="403294"/>
                            <a:pt x="180351" y="536464"/>
                          </a:cubicBezTo>
                          <a:cubicBezTo>
                            <a:pt x="143934" y="555236"/>
                            <a:pt x="77776" y="539508"/>
                            <a:pt x="3596" y="558106"/>
                          </a:cubicBezTo>
                          <a:close/>
                        </a:path>
                        <a:path w="987389" h="996198" stroke="0" extrusionOk="0">
                          <a:moveTo>
                            <a:pt x="3596" y="558106"/>
                          </a:moveTo>
                          <a:cubicBezTo>
                            <a:pt x="-31322" y="318225"/>
                            <a:pt x="76639" y="164972"/>
                            <a:pt x="267329" y="55445"/>
                          </a:cubicBezTo>
                          <a:cubicBezTo>
                            <a:pt x="451494" y="-26474"/>
                            <a:pt x="639742" y="-39729"/>
                            <a:pt x="830805" y="134199"/>
                          </a:cubicBezTo>
                          <a:cubicBezTo>
                            <a:pt x="929947" y="304588"/>
                            <a:pt x="1010953" y="496520"/>
                            <a:pt x="949722" y="688928"/>
                          </a:cubicBezTo>
                          <a:cubicBezTo>
                            <a:pt x="897149" y="682408"/>
                            <a:pt x="838620" y="634182"/>
                            <a:pt x="785444" y="620185"/>
                          </a:cubicBezTo>
                          <a:cubicBezTo>
                            <a:pt x="835637" y="502334"/>
                            <a:pt x="834819" y="352089"/>
                            <a:pt x="709780" y="264841"/>
                          </a:cubicBezTo>
                          <a:cubicBezTo>
                            <a:pt x="638231" y="152339"/>
                            <a:pt x="479469" y="161831"/>
                            <a:pt x="348409" y="213997"/>
                          </a:cubicBezTo>
                          <a:cubicBezTo>
                            <a:pt x="234866" y="281068"/>
                            <a:pt x="190023" y="402426"/>
                            <a:pt x="180351" y="536464"/>
                          </a:cubicBezTo>
                          <a:cubicBezTo>
                            <a:pt x="109789" y="556275"/>
                            <a:pt x="85226" y="527933"/>
                            <a:pt x="3596" y="5581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  <p:sp>
          <p:nvSpPr>
            <p:cNvPr id="79" name="Arc plein 78">
              <a:extLst>
                <a:ext uri="{FF2B5EF4-FFF2-40B4-BE49-F238E27FC236}">
                  <a16:creationId xmlns:a16="http://schemas.microsoft.com/office/drawing/2014/main" id="{51AFCEDB-E55B-B030-684F-FAB6CB3B87F5}"/>
                </a:ext>
              </a:extLst>
            </p:cNvPr>
            <p:cNvSpPr/>
            <p:nvPr/>
          </p:nvSpPr>
          <p:spPr>
            <a:xfrm rot="19108061" flipH="1">
              <a:off x="5947918" y="2008569"/>
              <a:ext cx="987389" cy="996198"/>
            </a:xfrm>
            <a:prstGeom prst="blockArc">
              <a:avLst>
                <a:gd name="adj1" fmla="val 10381174"/>
                <a:gd name="adj2" fmla="val 1362443"/>
                <a:gd name="adj3" fmla="val 1803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73962587">
                    <a:custGeom>
                      <a:avLst/>
                      <a:gdLst>
                        <a:gd name="connsiteX0" fmla="*/ 3596 w 987389"/>
                        <a:gd name="connsiteY0" fmla="*/ 558106 h 996198"/>
                        <a:gd name="connsiteX1" fmla="*/ 267329 w 987389"/>
                        <a:gd name="connsiteY1" fmla="*/ 55445 h 996198"/>
                        <a:gd name="connsiteX2" fmla="*/ 830805 w 987389"/>
                        <a:gd name="connsiteY2" fmla="*/ 134199 h 996198"/>
                        <a:gd name="connsiteX3" fmla="*/ 949722 w 987389"/>
                        <a:gd name="connsiteY3" fmla="*/ 688928 h 996198"/>
                        <a:gd name="connsiteX4" fmla="*/ 785444 w 987389"/>
                        <a:gd name="connsiteY4" fmla="*/ 620185 h 996198"/>
                        <a:gd name="connsiteX5" fmla="*/ 709780 w 987389"/>
                        <a:gd name="connsiteY5" fmla="*/ 264841 h 996198"/>
                        <a:gd name="connsiteX6" fmla="*/ 348409 w 987389"/>
                        <a:gd name="connsiteY6" fmla="*/ 213997 h 996198"/>
                        <a:gd name="connsiteX7" fmla="*/ 180351 w 987389"/>
                        <a:gd name="connsiteY7" fmla="*/ 536464 h 996198"/>
                        <a:gd name="connsiteX8" fmla="*/ 3596 w 987389"/>
                        <a:gd name="connsiteY8" fmla="*/ 558106 h 9961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87389" h="996198" fill="none" extrusionOk="0">
                          <a:moveTo>
                            <a:pt x="3596" y="558106"/>
                          </a:moveTo>
                          <a:cubicBezTo>
                            <a:pt x="-17127" y="348742"/>
                            <a:pt x="74172" y="142318"/>
                            <a:pt x="267329" y="55445"/>
                          </a:cubicBezTo>
                          <a:cubicBezTo>
                            <a:pt x="395206" y="-38753"/>
                            <a:pt x="629227" y="3627"/>
                            <a:pt x="830805" y="134199"/>
                          </a:cubicBezTo>
                          <a:cubicBezTo>
                            <a:pt x="972802" y="313827"/>
                            <a:pt x="994308" y="515796"/>
                            <a:pt x="949722" y="688928"/>
                          </a:cubicBezTo>
                          <a:cubicBezTo>
                            <a:pt x="863810" y="670040"/>
                            <a:pt x="834289" y="624932"/>
                            <a:pt x="785444" y="620185"/>
                          </a:cubicBezTo>
                          <a:cubicBezTo>
                            <a:pt x="839060" y="481063"/>
                            <a:pt x="802286" y="358741"/>
                            <a:pt x="709780" y="264841"/>
                          </a:cubicBezTo>
                          <a:cubicBezTo>
                            <a:pt x="581438" y="155640"/>
                            <a:pt x="476255" y="125942"/>
                            <a:pt x="348409" y="213997"/>
                          </a:cubicBezTo>
                          <a:cubicBezTo>
                            <a:pt x="258143" y="259905"/>
                            <a:pt x="163094" y="387192"/>
                            <a:pt x="180351" y="536464"/>
                          </a:cubicBezTo>
                          <a:cubicBezTo>
                            <a:pt x="134551" y="551049"/>
                            <a:pt x="68164" y="529735"/>
                            <a:pt x="3596" y="558106"/>
                          </a:cubicBezTo>
                          <a:close/>
                        </a:path>
                        <a:path w="987389" h="996198" stroke="0" extrusionOk="0">
                          <a:moveTo>
                            <a:pt x="3596" y="558106"/>
                          </a:moveTo>
                          <a:cubicBezTo>
                            <a:pt x="-76660" y="377685"/>
                            <a:pt x="54160" y="113677"/>
                            <a:pt x="267329" y="55445"/>
                          </a:cubicBezTo>
                          <a:cubicBezTo>
                            <a:pt x="465985" y="-43242"/>
                            <a:pt x="672629" y="-15773"/>
                            <a:pt x="830805" y="134199"/>
                          </a:cubicBezTo>
                          <a:cubicBezTo>
                            <a:pt x="985536" y="284060"/>
                            <a:pt x="1034611" y="511396"/>
                            <a:pt x="949722" y="688928"/>
                          </a:cubicBezTo>
                          <a:cubicBezTo>
                            <a:pt x="872715" y="663025"/>
                            <a:pt x="828985" y="628211"/>
                            <a:pt x="785444" y="620185"/>
                          </a:cubicBezTo>
                          <a:cubicBezTo>
                            <a:pt x="829971" y="505412"/>
                            <a:pt x="829117" y="368825"/>
                            <a:pt x="709780" y="264841"/>
                          </a:cubicBezTo>
                          <a:cubicBezTo>
                            <a:pt x="597438" y="149309"/>
                            <a:pt x="451583" y="168470"/>
                            <a:pt x="348409" y="213997"/>
                          </a:cubicBezTo>
                          <a:cubicBezTo>
                            <a:pt x="251172" y="299737"/>
                            <a:pt x="162626" y="375191"/>
                            <a:pt x="180351" y="536464"/>
                          </a:cubicBezTo>
                          <a:cubicBezTo>
                            <a:pt x="135873" y="546730"/>
                            <a:pt x="59811" y="537561"/>
                            <a:pt x="3596" y="5581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89170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6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Vacher Quentin</dc:creator>
  <cp:lastModifiedBy>Vacher Quentin</cp:lastModifiedBy>
  <cp:revision>2</cp:revision>
  <dcterms:created xsi:type="dcterms:W3CDTF">2025-10-22T15:59:42Z</dcterms:created>
  <dcterms:modified xsi:type="dcterms:W3CDTF">2025-11-08T00:10:49Z</dcterms:modified>
</cp:coreProperties>
</file>