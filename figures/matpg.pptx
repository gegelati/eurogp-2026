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7204075" cy="4211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8B45"/>
    <a:srgbClr val="005A32"/>
    <a:srgbClr val="FEEDDE"/>
    <a:srgbClr val="8C2D04"/>
    <a:srgbClr val="000000"/>
    <a:srgbClr val="FDAE6B"/>
    <a:srgbClr val="F16913"/>
    <a:srgbClr val="084594"/>
    <a:srgbClr val="2171B5"/>
    <a:srgbClr val="4292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>
      <p:cViewPr>
        <p:scale>
          <a:sx n="125" d="100"/>
          <a:sy n="125" d="100"/>
        </p:scale>
        <p:origin x="175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510" y="689266"/>
            <a:ext cx="5403056" cy="1466274"/>
          </a:xfrm>
        </p:spPr>
        <p:txBody>
          <a:bodyPr anchor="b"/>
          <a:lstStyle>
            <a:lvl1pPr algn="ctr">
              <a:defRPr sz="35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510" y="2212085"/>
            <a:ext cx="5403056" cy="1016837"/>
          </a:xfrm>
        </p:spPr>
        <p:txBody>
          <a:bodyPr/>
          <a:lstStyle>
            <a:lvl1pPr marL="0" indent="0" algn="ctr">
              <a:buNone/>
              <a:defRPr sz="1418"/>
            </a:lvl1pPr>
            <a:lvl2pPr marL="270159" indent="0" algn="ctr">
              <a:buNone/>
              <a:defRPr sz="1182"/>
            </a:lvl2pPr>
            <a:lvl3pPr marL="540319" indent="0" algn="ctr">
              <a:buNone/>
              <a:defRPr sz="1064"/>
            </a:lvl3pPr>
            <a:lvl4pPr marL="810478" indent="0" algn="ctr">
              <a:buNone/>
              <a:defRPr sz="945"/>
            </a:lvl4pPr>
            <a:lvl5pPr marL="1080638" indent="0" algn="ctr">
              <a:buNone/>
              <a:defRPr sz="945"/>
            </a:lvl5pPr>
            <a:lvl6pPr marL="1350797" indent="0" algn="ctr">
              <a:buNone/>
              <a:defRPr sz="945"/>
            </a:lvl6pPr>
            <a:lvl7pPr marL="1620957" indent="0" algn="ctr">
              <a:buNone/>
              <a:defRPr sz="945"/>
            </a:lvl7pPr>
            <a:lvl8pPr marL="1891116" indent="0" algn="ctr">
              <a:buNone/>
              <a:defRPr sz="945"/>
            </a:lvl8pPr>
            <a:lvl9pPr marL="2161276" indent="0" algn="ctr">
              <a:buNone/>
              <a:defRPr sz="945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69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63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528" y="1049985"/>
            <a:ext cx="6213515" cy="1751924"/>
          </a:xfrm>
        </p:spPr>
        <p:txBody>
          <a:bodyPr anchor="b"/>
          <a:lstStyle>
            <a:lvl1pPr>
              <a:defRPr sz="35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528" y="2818483"/>
            <a:ext cx="6213515" cy="921296"/>
          </a:xfrm>
        </p:spPr>
        <p:txBody>
          <a:bodyPr/>
          <a:lstStyle>
            <a:lvl1pPr marL="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1pPr>
            <a:lvl2pPr marL="270159" indent="0">
              <a:buNone/>
              <a:defRPr sz="1182">
                <a:solidFill>
                  <a:schemeClr val="tx1">
                    <a:tint val="82000"/>
                  </a:schemeClr>
                </a:solidFill>
              </a:defRPr>
            </a:lvl2pPr>
            <a:lvl3pPr marL="540319" indent="0">
              <a:buNone/>
              <a:defRPr sz="1064">
                <a:solidFill>
                  <a:schemeClr val="tx1">
                    <a:tint val="82000"/>
                  </a:schemeClr>
                </a:solidFill>
              </a:defRPr>
            </a:lvl3pPr>
            <a:lvl4pPr marL="810478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638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79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95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111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127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024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280" y="1121153"/>
            <a:ext cx="3061732" cy="26722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7063" y="1121153"/>
            <a:ext cx="3061732" cy="26722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088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8" y="224231"/>
            <a:ext cx="6213515" cy="81405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219" y="1032437"/>
            <a:ext cx="3047661" cy="505981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70159" indent="0">
              <a:buNone/>
              <a:defRPr sz="1182" b="1"/>
            </a:lvl2pPr>
            <a:lvl3pPr marL="540319" indent="0">
              <a:buNone/>
              <a:defRPr sz="1064" b="1"/>
            </a:lvl3pPr>
            <a:lvl4pPr marL="810478" indent="0">
              <a:buNone/>
              <a:defRPr sz="945" b="1"/>
            </a:lvl4pPr>
            <a:lvl5pPr marL="1080638" indent="0">
              <a:buNone/>
              <a:defRPr sz="945" b="1"/>
            </a:lvl5pPr>
            <a:lvl6pPr marL="1350797" indent="0">
              <a:buNone/>
              <a:defRPr sz="945" b="1"/>
            </a:lvl6pPr>
            <a:lvl7pPr marL="1620957" indent="0">
              <a:buNone/>
              <a:defRPr sz="945" b="1"/>
            </a:lvl7pPr>
            <a:lvl8pPr marL="1891116" indent="0">
              <a:buNone/>
              <a:defRPr sz="945" b="1"/>
            </a:lvl8pPr>
            <a:lvl9pPr marL="2161276" indent="0">
              <a:buNone/>
              <a:defRPr sz="94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219" y="1538418"/>
            <a:ext cx="3047661" cy="22627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7063" y="1032437"/>
            <a:ext cx="3062670" cy="505981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70159" indent="0">
              <a:buNone/>
              <a:defRPr sz="1182" b="1"/>
            </a:lvl2pPr>
            <a:lvl3pPr marL="540319" indent="0">
              <a:buNone/>
              <a:defRPr sz="1064" b="1"/>
            </a:lvl3pPr>
            <a:lvl4pPr marL="810478" indent="0">
              <a:buNone/>
              <a:defRPr sz="945" b="1"/>
            </a:lvl4pPr>
            <a:lvl5pPr marL="1080638" indent="0">
              <a:buNone/>
              <a:defRPr sz="945" b="1"/>
            </a:lvl5pPr>
            <a:lvl6pPr marL="1350797" indent="0">
              <a:buNone/>
              <a:defRPr sz="945" b="1"/>
            </a:lvl6pPr>
            <a:lvl7pPr marL="1620957" indent="0">
              <a:buNone/>
              <a:defRPr sz="945" b="1"/>
            </a:lvl7pPr>
            <a:lvl8pPr marL="1891116" indent="0">
              <a:buNone/>
              <a:defRPr sz="945" b="1"/>
            </a:lvl8pPr>
            <a:lvl9pPr marL="2161276" indent="0">
              <a:buNone/>
              <a:defRPr sz="94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7063" y="1538418"/>
            <a:ext cx="3062670" cy="22627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818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255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511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9" y="280776"/>
            <a:ext cx="2323501" cy="982716"/>
          </a:xfrm>
        </p:spPr>
        <p:txBody>
          <a:bodyPr anchor="b"/>
          <a:lstStyle>
            <a:lvl1pPr>
              <a:defRPr sz="189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2670" y="606398"/>
            <a:ext cx="3647063" cy="2992993"/>
          </a:xfrm>
        </p:spPr>
        <p:txBody>
          <a:bodyPr/>
          <a:lstStyle>
            <a:lvl1pPr>
              <a:defRPr sz="1891"/>
            </a:lvl1pPr>
            <a:lvl2pPr>
              <a:defRPr sz="1655"/>
            </a:lvl2pPr>
            <a:lvl3pPr>
              <a:defRPr sz="1418"/>
            </a:lvl3pPr>
            <a:lvl4pPr>
              <a:defRPr sz="1182"/>
            </a:lvl4pPr>
            <a:lvl5pPr>
              <a:defRPr sz="1182"/>
            </a:lvl5pPr>
            <a:lvl6pPr>
              <a:defRPr sz="1182"/>
            </a:lvl6pPr>
            <a:lvl7pPr>
              <a:defRPr sz="1182"/>
            </a:lvl7pPr>
            <a:lvl8pPr>
              <a:defRPr sz="1182"/>
            </a:lvl8pPr>
            <a:lvl9pPr>
              <a:defRPr sz="118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6219" y="1263491"/>
            <a:ext cx="2323501" cy="2340774"/>
          </a:xfrm>
        </p:spPr>
        <p:txBody>
          <a:bodyPr/>
          <a:lstStyle>
            <a:lvl1pPr marL="0" indent="0">
              <a:buNone/>
              <a:defRPr sz="945"/>
            </a:lvl1pPr>
            <a:lvl2pPr marL="270159" indent="0">
              <a:buNone/>
              <a:defRPr sz="827"/>
            </a:lvl2pPr>
            <a:lvl3pPr marL="540319" indent="0">
              <a:buNone/>
              <a:defRPr sz="709"/>
            </a:lvl3pPr>
            <a:lvl4pPr marL="810478" indent="0">
              <a:buNone/>
              <a:defRPr sz="591"/>
            </a:lvl4pPr>
            <a:lvl5pPr marL="1080638" indent="0">
              <a:buNone/>
              <a:defRPr sz="591"/>
            </a:lvl5pPr>
            <a:lvl6pPr marL="1350797" indent="0">
              <a:buNone/>
              <a:defRPr sz="591"/>
            </a:lvl6pPr>
            <a:lvl7pPr marL="1620957" indent="0">
              <a:buNone/>
              <a:defRPr sz="591"/>
            </a:lvl7pPr>
            <a:lvl8pPr marL="1891116" indent="0">
              <a:buNone/>
              <a:defRPr sz="591"/>
            </a:lvl8pPr>
            <a:lvl9pPr marL="2161276" indent="0">
              <a:buNone/>
              <a:defRPr sz="59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00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19" y="280776"/>
            <a:ext cx="2323501" cy="982716"/>
          </a:xfrm>
        </p:spPr>
        <p:txBody>
          <a:bodyPr anchor="b"/>
          <a:lstStyle>
            <a:lvl1pPr>
              <a:defRPr sz="189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2670" y="606398"/>
            <a:ext cx="3647063" cy="2992993"/>
          </a:xfrm>
        </p:spPr>
        <p:txBody>
          <a:bodyPr anchor="t"/>
          <a:lstStyle>
            <a:lvl1pPr marL="0" indent="0">
              <a:buNone/>
              <a:defRPr sz="1891"/>
            </a:lvl1pPr>
            <a:lvl2pPr marL="270159" indent="0">
              <a:buNone/>
              <a:defRPr sz="1655"/>
            </a:lvl2pPr>
            <a:lvl3pPr marL="540319" indent="0">
              <a:buNone/>
              <a:defRPr sz="1418"/>
            </a:lvl3pPr>
            <a:lvl4pPr marL="810478" indent="0">
              <a:buNone/>
              <a:defRPr sz="1182"/>
            </a:lvl4pPr>
            <a:lvl5pPr marL="1080638" indent="0">
              <a:buNone/>
              <a:defRPr sz="1182"/>
            </a:lvl5pPr>
            <a:lvl6pPr marL="1350797" indent="0">
              <a:buNone/>
              <a:defRPr sz="1182"/>
            </a:lvl6pPr>
            <a:lvl7pPr marL="1620957" indent="0">
              <a:buNone/>
              <a:defRPr sz="1182"/>
            </a:lvl7pPr>
            <a:lvl8pPr marL="1891116" indent="0">
              <a:buNone/>
              <a:defRPr sz="1182"/>
            </a:lvl8pPr>
            <a:lvl9pPr marL="2161276" indent="0">
              <a:buNone/>
              <a:defRPr sz="118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6219" y="1263491"/>
            <a:ext cx="2323501" cy="2340774"/>
          </a:xfrm>
        </p:spPr>
        <p:txBody>
          <a:bodyPr/>
          <a:lstStyle>
            <a:lvl1pPr marL="0" indent="0">
              <a:buNone/>
              <a:defRPr sz="945"/>
            </a:lvl1pPr>
            <a:lvl2pPr marL="270159" indent="0">
              <a:buNone/>
              <a:defRPr sz="827"/>
            </a:lvl2pPr>
            <a:lvl3pPr marL="540319" indent="0">
              <a:buNone/>
              <a:defRPr sz="709"/>
            </a:lvl3pPr>
            <a:lvl4pPr marL="810478" indent="0">
              <a:buNone/>
              <a:defRPr sz="591"/>
            </a:lvl4pPr>
            <a:lvl5pPr marL="1080638" indent="0">
              <a:buNone/>
              <a:defRPr sz="591"/>
            </a:lvl5pPr>
            <a:lvl6pPr marL="1350797" indent="0">
              <a:buNone/>
              <a:defRPr sz="591"/>
            </a:lvl6pPr>
            <a:lvl7pPr marL="1620957" indent="0">
              <a:buNone/>
              <a:defRPr sz="591"/>
            </a:lvl7pPr>
            <a:lvl8pPr marL="1891116" indent="0">
              <a:buNone/>
              <a:defRPr sz="591"/>
            </a:lvl8pPr>
            <a:lvl9pPr marL="2161276" indent="0">
              <a:buNone/>
              <a:defRPr sz="59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44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8675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5416" y="224230"/>
            <a:ext cx="1553379" cy="356916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280" y="224230"/>
            <a:ext cx="4570085" cy="356916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59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280" y="224231"/>
            <a:ext cx="6213515" cy="814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280" y="1121153"/>
            <a:ext cx="6213515" cy="2672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280" y="3903565"/>
            <a:ext cx="1620917" cy="2242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076D6-636B-4B77-9A02-0998EF969FC9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6350" y="3903565"/>
            <a:ext cx="2431375" cy="2242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7878" y="3903565"/>
            <a:ext cx="1620917" cy="2242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44FDB-FB08-438B-9DDF-4DFB7C4C42F4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990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319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80" indent="-135080" algn="l" defTabSz="540319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1pPr>
      <a:lvl2pPr marL="405239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675399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2" kern="1200">
          <a:solidFill>
            <a:schemeClr val="tx1"/>
          </a:solidFill>
          <a:latin typeface="+mn-lt"/>
          <a:ea typeface="+mn-ea"/>
          <a:cs typeface="+mn-cs"/>
        </a:defRPr>
      </a:lvl3pPr>
      <a:lvl4pPr marL="945558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215718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485877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756037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2026196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296356" indent="-135080" algn="l" defTabSz="540319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70159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2pPr>
      <a:lvl3pPr marL="540319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3pPr>
      <a:lvl4pPr marL="810478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080638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350797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620957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1891116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161276" algn="l" defTabSz="540319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 : coins arrondis 489">
            <a:extLst>
              <a:ext uri="{FF2B5EF4-FFF2-40B4-BE49-F238E27FC236}">
                <a16:creationId xmlns:a16="http://schemas.microsoft.com/office/drawing/2014/main" id="{8AFCBA4C-A239-21D7-62A6-1EE9F45BC56D}"/>
              </a:ext>
            </a:extLst>
          </p:cNvPr>
          <p:cNvSpPr/>
          <p:nvPr/>
        </p:nvSpPr>
        <p:spPr>
          <a:xfrm>
            <a:off x="-1559531" y="-560194"/>
            <a:ext cx="7202791" cy="3815028"/>
          </a:xfrm>
          <a:prstGeom prst="roundRect">
            <a:avLst>
              <a:gd name="adj" fmla="val 7730"/>
            </a:avLst>
          </a:prstGeom>
          <a:solidFill>
            <a:srgbClr val="FEE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5A8B0D47-FC63-26A0-91C8-3A9635B4D7CF}"/>
              </a:ext>
            </a:extLst>
          </p:cNvPr>
          <p:cNvGrpSpPr/>
          <p:nvPr/>
        </p:nvGrpSpPr>
        <p:grpSpPr>
          <a:xfrm>
            <a:off x="-1428075" y="-488783"/>
            <a:ext cx="2376615" cy="2677297"/>
            <a:chOff x="1919418" y="1603293"/>
            <a:chExt cx="2376615" cy="2677298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D0610D01-E84A-22A2-139A-070C649BC274}"/>
                </a:ext>
              </a:extLst>
            </p:cNvPr>
            <p:cNvSpPr/>
            <p:nvPr/>
          </p:nvSpPr>
          <p:spPr>
            <a:xfrm>
              <a:off x="1919418" y="1603293"/>
              <a:ext cx="2376615" cy="2677298"/>
            </a:xfrm>
            <a:prstGeom prst="roundRect">
              <a:avLst>
                <a:gd name="adj" fmla="val 8544"/>
              </a:avLst>
            </a:prstGeom>
            <a:solidFill>
              <a:srgbClr val="9ECAE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9ADF69B8-21F1-8132-AE45-2547FCD2E464}"/>
                </a:ext>
              </a:extLst>
            </p:cNvPr>
            <p:cNvSpPr/>
            <p:nvPr/>
          </p:nvSpPr>
          <p:spPr>
            <a:xfrm>
              <a:off x="2071817" y="3774368"/>
              <a:ext cx="2080051" cy="360000"/>
            </a:xfrm>
            <a:prstGeom prst="roundRect">
              <a:avLst>
                <a:gd name="adj" fmla="val 8544"/>
              </a:avLst>
            </a:prstGeom>
            <a:solidFill>
              <a:srgbClr val="08459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Output R[0]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 : coins arrondis 16">
                  <a:extLst>
                    <a:ext uri="{FF2B5EF4-FFF2-40B4-BE49-F238E27FC236}">
                      <a16:creationId xmlns:a16="http://schemas.microsoft.com/office/drawing/2014/main" id="{27A3769E-D36F-8A66-2D35-5849B597DA0D}"/>
                    </a:ext>
                  </a:extLst>
                </p:cNvPr>
                <p:cNvSpPr/>
                <p:nvPr/>
              </p:nvSpPr>
              <p:spPr>
                <a:xfrm>
                  <a:off x="2071818" y="2547559"/>
                  <a:ext cx="2080051" cy="1188000"/>
                </a:xfrm>
                <a:prstGeom prst="roundRect">
                  <a:avLst>
                    <a:gd name="adj" fmla="val 3087"/>
                  </a:avLst>
                </a:prstGeom>
                <a:solidFill>
                  <a:srgbClr val="2171B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fr-FR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lang="fr-FR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fr-FR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fr-FR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oMath>
                    </m:oMathPara>
                  </a14:m>
                  <a:endParaRPr lang="fr-FR" dirty="0"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CA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fr-FR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fr-FR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fr-FR">
                            <a:latin typeface="Cambria Math" panose="02040503050406030204" pitchFamily="18" charset="0"/>
                          </a:rPr>
                          <m:t>[2]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17" name="Rectangle : coins arrondis 16">
                  <a:extLst>
                    <a:ext uri="{FF2B5EF4-FFF2-40B4-BE49-F238E27FC236}">
                      <a16:creationId xmlns:a16="http://schemas.microsoft.com/office/drawing/2014/main" id="{27A3769E-D36F-8A66-2D35-5849B597DA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818" y="2547559"/>
                  <a:ext cx="2080051" cy="1188000"/>
                </a:xfrm>
                <a:prstGeom prst="roundRect">
                  <a:avLst>
                    <a:gd name="adj" fmla="val 3087"/>
                  </a:avLst>
                </a:prstGeom>
                <a:blipFill>
                  <a:blip r:embed="rId2"/>
                  <a:stretch>
                    <a:fillRect b="-4040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DC1C1146-F119-F1C4-B02D-56743516E071}"/>
                </a:ext>
              </a:extLst>
            </p:cNvPr>
            <p:cNvSpPr/>
            <p:nvPr/>
          </p:nvSpPr>
          <p:spPr>
            <a:xfrm>
              <a:off x="2071819" y="2152141"/>
              <a:ext cx="2080051" cy="360000"/>
            </a:xfrm>
            <a:prstGeom prst="roundRect">
              <a:avLst>
                <a:gd name="adj" fmla="val 8544"/>
              </a:avLst>
            </a:prstGeom>
            <a:solidFill>
              <a:srgbClr val="4292C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State Inputs S</a:t>
              </a:r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CB71C21C-3545-161B-F8FD-55DDA96F1D41}"/>
                </a:ext>
              </a:extLst>
            </p:cNvPr>
            <p:cNvSpPr/>
            <p:nvPr/>
          </p:nvSpPr>
          <p:spPr>
            <a:xfrm>
              <a:off x="2071819" y="1756723"/>
              <a:ext cx="2080051" cy="360000"/>
            </a:xfrm>
            <a:prstGeom prst="roundRect">
              <a:avLst>
                <a:gd name="adj" fmla="val 8544"/>
              </a:avLst>
            </a:prstGeom>
            <a:solidFill>
              <a:srgbClr val="6BAE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Registers R</a:t>
              </a:r>
            </a:p>
          </p:txBody>
        </p:sp>
      </p:grpSp>
      <p:grpSp>
        <p:nvGrpSpPr>
          <p:cNvPr id="488" name="Groupe 487">
            <a:extLst>
              <a:ext uri="{FF2B5EF4-FFF2-40B4-BE49-F238E27FC236}">
                <a16:creationId xmlns:a16="http://schemas.microsoft.com/office/drawing/2014/main" id="{08F4F638-14AF-9A61-8A4A-1E24D9C22F35}"/>
              </a:ext>
            </a:extLst>
          </p:cNvPr>
          <p:cNvGrpSpPr/>
          <p:nvPr/>
        </p:nvGrpSpPr>
        <p:grpSpPr>
          <a:xfrm>
            <a:off x="3253279" y="-495864"/>
            <a:ext cx="2262148" cy="3516328"/>
            <a:chOff x="5747241" y="827317"/>
            <a:chExt cx="2262147" cy="3516328"/>
          </a:xfrm>
        </p:grpSpPr>
        <p:sp>
          <p:nvSpPr>
            <p:cNvPr id="233" name="Rectangle : coins arrondis 232">
              <a:extLst>
                <a:ext uri="{FF2B5EF4-FFF2-40B4-BE49-F238E27FC236}">
                  <a16:creationId xmlns:a16="http://schemas.microsoft.com/office/drawing/2014/main" id="{065160FF-A4DF-028D-A2D8-D1A563454C1D}"/>
                </a:ext>
              </a:extLst>
            </p:cNvPr>
            <p:cNvSpPr/>
            <p:nvPr/>
          </p:nvSpPr>
          <p:spPr>
            <a:xfrm>
              <a:off x="5747241" y="827317"/>
              <a:ext cx="2262147" cy="3516328"/>
            </a:xfrm>
            <a:prstGeom prst="roundRect">
              <a:avLst>
                <a:gd name="adj" fmla="val 8544"/>
              </a:avLst>
            </a:prstGeom>
            <a:solidFill>
              <a:srgbClr val="FDAE6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54" name="Groupe 153">
              <a:extLst>
                <a:ext uri="{FF2B5EF4-FFF2-40B4-BE49-F238E27FC236}">
                  <a16:creationId xmlns:a16="http://schemas.microsoft.com/office/drawing/2014/main" id="{57BAAA57-F4AA-7268-83FB-2C029FD80D02}"/>
                </a:ext>
              </a:extLst>
            </p:cNvPr>
            <p:cNvGrpSpPr/>
            <p:nvPr/>
          </p:nvGrpSpPr>
          <p:grpSpPr>
            <a:xfrm>
              <a:off x="6206241" y="1499007"/>
              <a:ext cx="263610" cy="262800"/>
              <a:chOff x="6572241" y="1522612"/>
              <a:chExt cx="263610" cy="262800"/>
            </a:xfrm>
          </p:grpSpPr>
          <p:sp>
            <p:nvSpPr>
              <p:cNvPr id="143" name="Rectangle : coins arrondis 142">
                <a:extLst>
                  <a:ext uri="{FF2B5EF4-FFF2-40B4-BE49-F238E27FC236}">
                    <a16:creationId xmlns:a16="http://schemas.microsoft.com/office/drawing/2014/main" id="{C283B7A1-F377-B634-0025-686031C209FB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50" name="Rectangle : coins arrondis 149">
                <a:extLst>
                  <a:ext uri="{FF2B5EF4-FFF2-40B4-BE49-F238E27FC236}">
                    <a16:creationId xmlns:a16="http://schemas.microsoft.com/office/drawing/2014/main" id="{BF77CB63-EA73-3761-2ED7-D7C985C6AC39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1" name="Rectangle : coins arrondis 150">
                <a:extLst>
                  <a:ext uri="{FF2B5EF4-FFF2-40B4-BE49-F238E27FC236}">
                    <a16:creationId xmlns:a16="http://schemas.microsoft.com/office/drawing/2014/main" id="{2D80AEAF-0141-CE63-85FA-7637930333C1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2" name="Rectangle : coins arrondis 151">
                <a:extLst>
                  <a:ext uri="{FF2B5EF4-FFF2-40B4-BE49-F238E27FC236}">
                    <a16:creationId xmlns:a16="http://schemas.microsoft.com/office/drawing/2014/main" id="{9C26C05F-08A5-F045-B09B-DA0526A00468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3" name="Rectangle : coins arrondis 152">
                <a:extLst>
                  <a:ext uri="{FF2B5EF4-FFF2-40B4-BE49-F238E27FC236}">
                    <a16:creationId xmlns:a16="http://schemas.microsoft.com/office/drawing/2014/main" id="{8437F7DC-611F-53E5-4DFA-97CB9A8EC129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234" name="Groupe 233">
              <a:extLst>
                <a:ext uri="{FF2B5EF4-FFF2-40B4-BE49-F238E27FC236}">
                  <a16:creationId xmlns:a16="http://schemas.microsoft.com/office/drawing/2014/main" id="{82BD3DD1-6B17-3E9E-9107-999F9A54C3F9}"/>
                </a:ext>
              </a:extLst>
            </p:cNvPr>
            <p:cNvGrpSpPr/>
            <p:nvPr/>
          </p:nvGrpSpPr>
          <p:grpSpPr>
            <a:xfrm>
              <a:off x="6820982" y="1657424"/>
              <a:ext cx="263610" cy="262800"/>
              <a:chOff x="6572241" y="1522612"/>
              <a:chExt cx="263610" cy="262800"/>
            </a:xfrm>
          </p:grpSpPr>
          <p:sp>
            <p:nvSpPr>
              <p:cNvPr id="235" name="Rectangle : coins arrondis 234">
                <a:extLst>
                  <a:ext uri="{FF2B5EF4-FFF2-40B4-BE49-F238E27FC236}">
                    <a16:creationId xmlns:a16="http://schemas.microsoft.com/office/drawing/2014/main" id="{CF27CDB3-5121-B133-1CC9-A461702ADC33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6" name="Rectangle : coins arrondis 235">
                <a:extLst>
                  <a:ext uri="{FF2B5EF4-FFF2-40B4-BE49-F238E27FC236}">
                    <a16:creationId xmlns:a16="http://schemas.microsoft.com/office/drawing/2014/main" id="{9B87E7FF-880E-9C31-385C-B89C6CA51CFF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37" name="Rectangle : coins arrondis 236">
                <a:extLst>
                  <a:ext uri="{FF2B5EF4-FFF2-40B4-BE49-F238E27FC236}">
                    <a16:creationId xmlns:a16="http://schemas.microsoft.com/office/drawing/2014/main" id="{7056B466-EB2C-93FC-8FB9-7C55E38FCC30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38" name="Rectangle : coins arrondis 237">
                <a:extLst>
                  <a:ext uri="{FF2B5EF4-FFF2-40B4-BE49-F238E27FC236}">
                    <a16:creationId xmlns:a16="http://schemas.microsoft.com/office/drawing/2014/main" id="{F0F6DD17-D96A-B525-EA4A-9BB54846DD28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39" name="Rectangle : coins arrondis 238">
                <a:extLst>
                  <a:ext uri="{FF2B5EF4-FFF2-40B4-BE49-F238E27FC236}">
                    <a16:creationId xmlns:a16="http://schemas.microsoft.com/office/drawing/2014/main" id="{24E1AD62-794A-5EAC-99D0-5697C69EE8CC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240" name="Groupe 239">
              <a:extLst>
                <a:ext uri="{FF2B5EF4-FFF2-40B4-BE49-F238E27FC236}">
                  <a16:creationId xmlns:a16="http://schemas.microsoft.com/office/drawing/2014/main" id="{60A6A38D-7409-897E-5A2A-16F1E01C51B2}"/>
                </a:ext>
              </a:extLst>
            </p:cNvPr>
            <p:cNvGrpSpPr/>
            <p:nvPr/>
          </p:nvGrpSpPr>
          <p:grpSpPr>
            <a:xfrm>
              <a:off x="7330991" y="1661851"/>
              <a:ext cx="263610" cy="262800"/>
              <a:chOff x="6572241" y="1522612"/>
              <a:chExt cx="263610" cy="262800"/>
            </a:xfrm>
          </p:grpSpPr>
          <p:sp>
            <p:nvSpPr>
              <p:cNvPr id="241" name="Rectangle : coins arrondis 240">
                <a:extLst>
                  <a:ext uri="{FF2B5EF4-FFF2-40B4-BE49-F238E27FC236}">
                    <a16:creationId xmlns:a16="http://schemas.microsoft.com/office/drawing/2014/main" id="{53F38D8B-BFE5-5DD3-4F7B-4C40BF76F5C0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2" name="Rectangle : coins arrondis 241">
                <a:extLst>
                  <a:ext uri="{FF2B5EF4-FFF2-40B4-BE49-F238E27FC236}">
                    <a16:creationId xmlns:a16="http://schemas.microsoft.com/office/drawing/2014/main" id="{0FBDC5DB-24F7-61A0-17ED-D7F0D6D4D2B2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43" name="Rectangle : coins arrondis 242">
                <a:extLst>
                  <a:ext uri="{FF2B5EF4-FFF2-40B4-BE49-F238E27FC236}">
                    <a16:creationId xmlns:a16="http://schemas.microsoft.com/office/drawing/2014/main" id="{17425AA1-D419-2693-FC55-2C6E26456E95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44" name="Rectangle : coins arrondis 243">
                <a:extLst>
                  <a:ext uri="{FF2B5EF4-FFF2-40B4-BE49-F238E27FC236}">
                    <a16:creationId xmlns:a16="http://schemas.microsoft.com/office/drawing/2014/main" id="{30B3C9DE-624E-4732-A458-5D13208832CE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45" name="Rectangle : coins arrondis 244">
                <a:extLst>
                  <a:ext uri="{FF2B5EF4-FFF2-40B4-BE49-F238E27FC236}">
                    <a16:creationId xmlns:a16="http://schemas.microsoft.com/office/drawing/2014/main" id="{2F49BFC6-F072-5F6F-2DB3-3D9C706F72AC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sp>
          <p:nvSpPr>
            <p:cNvPr id="246" name="Ellipse 245">
              <a:extLst>
                <a:ext uri="{FF2B5EF4-FFF2-40B4-BE49-F238E27FC236}">
                  <a16:creationId xmlns:a16="http://schemas.microsoft.com/office/drawing/2014/main" id="{008282A2-78FE-F682-D0D0-AFF7E74C13FD}"/>
                </a:ext>
              </a:extLst>
            </p:cNvPr>
            <p:cNvSpPr/>
            <p:nvPr/>
          </p:nvSpPr>
          <p:spPr>
            <a:xfrm>
              <a:off x="7040142" y="2171481"/>
              <a:ext cx="412553" cy="414000"/>
            </a:xfrm>
            <a:prstGeom prst="ellipse">
              <a:avLst/>
            </a:prstGeom>
            <a:solidFill>
              <a:srgbClr val="F1691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</a:t>
              </a:r>
              <a:r>
                <a:rPr lang="en-CA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374" name="Groupe 373">
              <a:extLst>
                <a:ext uri="{FF2B5EF4-FFF2-40B4-BE49-F238E27FC236}">
                  <a16:creationId xmlns:a16="http://schemas.microsoft.com/office/drawing/2014/main" id="{6CFC134A-50EF-7AFF-D302-F2A9A87F89E7}"/>
                </a:ext>
              </a:extLst>
            </p:cNvPr>
            <p:cNvGrpSpPr/>
            <p:nvPr/>
          </p:nvGrpSpPr>
          <p:grpSpPr>
            <a:xfrm>
              <a:off x="5876581" y="2005599"/>
              <a:ext cx="714376" cy="985886"/>
              <a:chOff x="10223622" y="2540987"/>
              <a:chExt cx="714376" cy="985886"/>
            </a:xfrm>
          </p:grpSpPr>
          <p:sp>
            <p:nvSpPr>
              <p:cNvPr id="345" name="Rectangle : coins arrondis 344">
                <a:extLst>
                  <a:ext uri="{FF2B5EF4-FFF2-40B4-BE49-F238E27FC236}">
                    <a16:creationId xmlns:a16="http://schemas.microsoft.com/office/drawing/2014/main" id="{0A057165-82C9-0D60-C100-1023CB488E80}"/>
                  </a:ext>
                </a:extLst>
              </p:cNvPr>
              <p:cNvSpPr/>
              <p:nvPr/>
            </p:nvSpPr>
            <p:spPr>
              <a:xfrm>
                <a:off x="10223622" y="2540987"/>
                <a:ext cx="714376" cy="985886"/>
              </a:xfrm>
              <a:prstGeom prst="roundRect">
                <a:avLst>
                  <a:gd name="adj" fmla="val 8544"/>
                </a:avLst>
              </a:prstGeom>
              <a:solidFill>
                <a:srgbClr val="A1D99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346" name="Groupe 345">
                <a:extLst>
                  <a:ext uri="{FF2B5EF4-FFF2-40B4-BE49-F238E27FC236}">
                    <a16:creationId xmlns:a16="http://schemas.microsoft.com/office/drawing/2014/main" id="{D37EFD5D-4EEF-F916-6C2F-22F4DE08BABF}"/>
                  </a:ext>
                </a:extLst>
              </p:cNvPr>
              <p:cNvGrpSpPr/>
              <p:nvPr/>
            </p:nvGrpSpPr>
            <p:grpSpPr>
              <a:xfrm>
                <a:off x="10700871" y="2917019"/>
                <a:ext cx="180000" cy="180000"/>
                <a:chOff x="6572241" y="1522612"/>
                <a:chExt cx="263610" cy="262800"/>
              </a:xfrm>
            </p:grpSpPr>
            <p:sp>
              <p:nvSpPr>
                <p:cNvPr id="347" name="Rectangle : coins arrondis 346">
                  <a:extLst>
                    <a:ext uri="{FF2B5EF4-FFF2-40B4-BE49-F238E27FC236}">
                      <a16:creationId xmlns:a16="http://schemas.microsoft.com/office/drawing/2014/main" id="{57C04F9C-3518-E627-02E1-7364A07E7FE3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348" name="Rectangle : coins arrondis 347">
                  <a:extLst>
                    <a:ext uri="{FF2B5EF4-FFF2-40B4-BE49-F238E27FC236}">
                      <a16:creationId xmlns:a16="http://schemas.microsoft.com/office/drawing/2014/main" id="{CFD5185C-43D8-C452-F1E2-2193AAB5C7C5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49" name="Rectangle : coins arrondis 348">
                  <a:extLst>
                    <a:ext uri="{FF2B5EF4-FFF2-40B4-BE49-F238E27FC236}">
                      <a16:creationId xmlns:a16="http://schemas.microsoft.com/office/drawing/2014/main" id="{A2451CAD-6E3C-3779-D0DE-D6193ADA9A39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50" name="Rectangle : coins arrondis 349">
                  <a:extLst>
                    <a:ext uri="{FF2B5EF4-FFF2-40B4-BE49-F238E27FC236}">
                      <a16:creationId xmlns:a16="http://schemas.microsoft.com/office/drawing/2014/main" id="{FD116029-2C1C-B4C2-B914-5525330E81D4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51" name="Rectangle : coins arrondis 350">
                  <a:extLst>
                    <a:ext uri="{FF2B5EF4-FFF2-40B4-BE49-F238E27FC236}">
                      <a16:creationId xmlns:a16="http://schemas.microsoft.com/office/drawing/2014/main" id="{D601B8BF-DC2B-294E-A039-EA036B27298F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352" name="Hexagone 351">
                <a:extLst>
                  <a:ext uri="{FF2B5EF4-FFF2-40B4-BE49-F238E27FC236}">
                    <a16:creationId xmlns:a16="http://schemas.microsoft.com/office/drawing/2014/main" id="{3421B78F-5A99-38C2-59BC-A9F2F1D54FBC}"/>
                  </a:ext>
                </a:extLst>
              </p:cNvPr>
              <p:cNvSpPr/>
              <p:nvPr/>
            </p:nvSpPr>
            <p:spPr>
              <a:xfrm>
                <a:off x="10682871" y="3244441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</a:p>
            </p:txBody>
          </p:sp>
          <p:cxnSp>
            <p:nvCxnSpPr>
              <p:cNvPr id="353" name="Connecteur droit avec flèche 352">
                <a:extLst>
                  <a:ext uri="{FF2B5EF4-FFF2-40B4-BE49-F238E27FC236}">
                    <a16:creationId xmlns:a16="http://schemas.microsoft.com/office/drawing/2014/main" id="{1C2FA970-EB28-3AF8-2BAE-AC74EB587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90871" y="3122501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4" name="Groupe 353">
                <a:extLst>
                  <a:ext uri="{FF2B5EF4-FFF2-40B4-BE49-F238E27FC236}">
                    <a16:creationId xmlns:a16="http://schemas.microsoft.com/office/drawing/2014/main" id="{42AC3C8F-7B81-C305-C05A-6100621EC4EE}"/>
                  </a:ext>
                </a:extLst>
              </p:cNvPr>
              <p:cNvGrpSpPr/>
              <p:nvPr/>
            </p:nvGrpSpPr>
            <p:grpSpPr>
              <a:xfrm>
                <a:off x="10492308" y="2969332"/>
                <a:ext cx="180000" cy="180000"/>
                <a:chOff x="6572241" y="1522612"/>
                <a:chExt cx="263610" cy="262800"/>
              </a:xfrm>
            </p:grpSpPr>
            <p:sp>
              <p:nvSpPr>
                <p:cNvPr id="355" name="Rectangle : coins arrondis 354">
                  <a:extLst>
                    <a:ext uri="{FF2B5EF4-FFF2-40B4-BE49-F238E27FC236}">
                      <a16:creationId xmlns:a16="http://schemas.microsoft.com/office/drawing/2014/main" id="{EA028112-688F-7A70-275F-DB36DB447264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356" name="Rectangle : coins arrondis 355">
                  <a:extLst>
                    <a:ext uri="{FF2B5EF4-FFF2-40B4-BE49-F238E27FC236}">
                      <a16:creationId xmlns:a16="http://schemas.microsoft.com/office/drawing/2014/main" id="{C5181F4C-C5B2-4172-4817-32EF7CD7B706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57" name="Rectangle : coins arrondis 356">
                  <a:extLst>
                    <a:ext uri="{FF2B5EF4-FFF2-40B4-BE49-F238E27FC236}">
                      <a16:creationId xmlns:a16="http://schemas.microsoft.com/office/drawing/2014/main" id="{D9552007-94A3-7A1D-0085-3AD1840D240C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58" name="Rectangle : coins arrondis 357">
                  <a:extLst>
                    <a:ext uri="{FF2B5EF4-FFF2-40B4-BE49-F238E27FC236}">
                      <a16:creationId xmlns:a16="http://schemas.microsoft.com/office/drawing/2014/main" id="{39D34D78-7CC3-E757-9532-A790B5B06608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59" name="Rectangle : coins arrondis 358">
                  <a:extLst>
                    <a:ext uri="{FF2B5EF4-FFF2-40B4-BE49-F238E27FC236}">
                      <a16:creationId xmlns:a16="http://schemas.microsoft.com/office/drawing/2014/main" id="{C2D63DA2-EB47-FCD5-D6C9-E80377572FB6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360" name="Hexagone 359">
                <a:extLst>
                  <a:ext uri="{FF2B5EF4-FFF2-40B4-BE49-F238E27FC236}">
                    <a16:creationId xmlns:a16="http://schemas.microsoft.com/office/drawing/2014/main" id="{A46C8672-94E2-BF82-8488-91D125A4A5DE}"/>
                  </a:ext>
                </a:extLst>
              </p:cNvPr>
              <p:cNvSpPr/>
              <p:nvPr/>
            </p:nvSpPr>
            <p:spPr>
              <a:xfrm>
                <a:off x="10474308" y="3296754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</p:txBody>
          </p:sp>
          <p:cxnSp>
            <p:nvCxnSpPr>
              <p:cNvPr id="361" name="Connecteur droit avec flèche 360">
                <a:extLst>
                  <a:ext uri="{FF2B5EF4-FFF2-40B4-BE49-F238E27FC236}">
                    <a16:creationId xmlns:a16="http://schemas.microsoft.com/office/drawing/2014/main" id="{F8B4C998-15E3-063F-D50E-27334CCD3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308" y="3174814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2" name="Groupe 361">
                <a:extLst>
                  <a:ext uri="{FF2B5EF4-FFF2-40B4-BE49-F238E27FC236}">
                    <a16:creationId xmlns:a16="http://schemas.microsoft.com/office/drawing/2014/main" id="{8554BE30-53E4-A955-BFEC-63ED8C15B352}"/>
                  </a:ext>
                </a:extLst>
              </p:cNvPr>
              <p:cNvGrpSpPr/>
              <p:nvPr/>
            </p:nvGrpSpPr>
            <p:grpSpPr>
              <a:xfrm>
                <a:off x="10283747" y="2913621"/>
                <a:ext cx="180000" cy="180000"/>
                <a:chOff x="6572241" y="1522612"/>
                <a:chExt cx="263610" cy="262800"/>
              </a:xfrm>
            </p:grpSpPr>
            <p:sp>
              <p:nvSpPr>
                <p:cNvPr id="363" name="Rectangle : coins arrondis 362">
                  <a:extLst>
                    <a:ext uri="{FF2B5EF4-FFF2-40B4-BE49-F238E27FC236}">
                      <a16:creationId xmlns:a16="http://schemas.microsoft.com/office/drawing/2014/main" id="{BE137CEB-3418-2887-9E80-FDF7E867CBAA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64" name="Rectangle : coins arrondis 363">
                  <a:extLst>
                    <a:ext uri="{FF2B5EF4-FFF2-40B4-BE49-F238E27FC236}">
                      <a16:creationId xmlns:a16="http://schemas.microsoft.com/office/drawing/2014/main" id="{FC71E6DF-E1E9-328B-BAE8-46AA3F9F979C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65" name="Rectangle : coins arrondis 364">
                  <a:extLst>
                    <a:ext uri="{FF2B5EF4-FFF2-40B4-BE49-F238E27FC236}">
                      <a16:creationId xmlns:a16="http://schemas.microsoft.com/office/drawing/2014/main" id="{4FBA30F7-606F-7118-2EA9-328749125AF5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66" name="Rectangle : coins arrondis 365">
                  <a:extLst>
                    <a:ext uri="{FF2B5EF4-FFF2-40B4-BE49-F238E27FC236}">
                      <a16:creationId xmlns:a16="http://schemas.microsoft.com/office/drawing/2014/main" id="{B35F8E78-A251-4CDC-4498-F0937C23CB64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67" name="Rectangle : coins arrondis 366">
                  <a:extLst>
                    <a:ext uri="{FF2B5EF4-FFF2-40B4-BE49-F238E27FC236}">
                      <a16:creationId xmlns:a16="http://schemas.microsoft.com/office/drawing/2014/main" id="{C5D604DD-BC7B-E864-85A1-996B683001B7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368" name="Hexagone 367">
                <a:extLst>
                  <a:ext uri="{FF2B5EF4-FFF2-40B4-BE49-F238E27FC236}">
                    <a16:creationId xmlns:a16="http://schemas.microsoft.com/office/drawing/2014/main" id="{5827634C-9F46-7E14-CAAA-26E2FE110CCE}"/>
                  </a:ext>
                </a:extLst>
              </p:cNvPr>
              <p:cNvSpPr/>
              <p:nvPr/>
            </p:nvSpPr>
            <p:spPr>
              <a:xfrm>
                <a:off x="10265747" y="3241043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</p:txBody>
          </p:sp>
          <p:cxnSp>
            <p:nvCxnSpPr>
              <p:cNvPr id="369" name="Connecteur droit avec flèche 368">
                <a:extLst>
                  <a:ext uri="{FF2B5EF4-FFF2-40B4-BE49-F238E27FC236}">
                    <a16:creationId xmlns:a16="http://schemas.microsoft.com/office/drawing/2014/main" id="{C45A0D4A-D701-E2AE-8002-D38E4EC81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3747" y="3119103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Connecteur droit avec flèche 369">
                <a:extLst>
                  <a:ext uri="{FF2B5EF4-FFF2-40B4-BE49-F238E27FC236}">
                    <a16:creationId xmlns:a16="http://schemas.microsoft.com/office/drawing/2014/main" id="{2E9C2F30-8F61-5059-73B1-BCD879C477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308" y="2847361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Forme libre : forme 370">
                <a:extLst>
                  <a:ext uri="{FF2B5EF4-FFF2-40B4-BE49-F238E27FC236}">
                    <a16:creationId xmlns:a16="http://schemas.microsoft.com/office/drawing/2014/main" id="{843981CC-800A-C939-54A6-519CB2E8D746}"/>
                  </a:ext>
                </a:extLst>
              </p:cNvPr>
              <p:cNvSpPr/>
              <p:nvPr/>
            </p:nvSpPr>
            <p:spPr>
              <a:xfrm>
                <a:off x="10392692" y="2763939"/>
                <a:ext cx="104775" cy="127091"/>
              </a:xfrm>
              <a:custGeom>
                <a:avLst/>
                <a:gdLst>
                  <a:gd name="connsiteX0" fmla="*/ 104775 w 104775"/>
                  <a:gd name="connsiteY0" fmla="*/ 50891 h 127091"/>
                  <a:gd name="connsiteX1" fmla="*/ 54769 w 104775"/>
                  <a:gd name="connsiteY1" fmla="*/ 69941 h 127091"/>
                  <a:gd name="connsiteX2" fmla="*/ 45244 w 104775"/>
                  <a:gd name="connsiteY2" fmla="*/ 885 h 127091"/>
                  <a:gd name="connsiteX3" fmla="*/ 0 w 104775"/>
                  <a:gd name="connsiteY3" fmla="*/ 127091 h 127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27091">
                    <a:moveTo>
                      <a:pt x="104775" y="50891"/>
                    </a:moveTo>
                    <a:cubicBezTo>
                      <a:pt x="84733" y="64583"/>
                      <a:pt x="64691" y="78275"/>
                      <a:pt x="54769" y="69941"/>
                    </a:cubicBezTo>
                    <a:cubicBezTo>
                      <a:pt x="44847" y="61607"/>
                      <a:pt x="54372" y="-8640"/>
                      <a:pt x="45244" y="885"/>
                    </a:cubicBezTo>
                    <a:cubicBezTo>
                      <a:pt x="36116" y="10410"/>
                      <a:pt x="18058" y="68750"/>
                      <a:pt x="0" y="127091"/>
                    </a:cubicBezTo>
                  </a:path>
                </a:pathLst>
              </a:custGeom>
              <a:noFill/>
              <a:ln w="9525">
                <a:solidFill>
                  <a:srgbClr val="238B45"/>
                </a:solidFill>
                <a:tailEnd type="arrow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72" name="Forme libre : forme 371">
                <a:extLst>
                  <a:ext uri="{FF2B5EF4-FFF2-40B4-BE49-F238E27FC236}">
                    <a16:creationId xmlns:a16="http://schemas.microsoft.com/office/drawing/2014/main" id="{0DD78249-AEED-127E-22BB-651C611B65F7}"/>
                  </a:ext>
                </a:extLst>
              </p:cNvPr>
              <p:cNvSpPr/>
              <p:nvPr/>
            </p:nvSpPr>
            <p:spPr>
              <a:xfrm flipH="1">
                <a:off x="10655920" y="2763939"/>
                <a:ext cx="104775" cy="127091"/>
              </a:xfrm>
              <a:custGeom>
                <a:avLst/>
                <a:gdLst>
                  <a:gd name="connsiteX0" fmla="*/ 104775 w 104775"/>
                  <a:gd name="connsiteY0" fmla="*/ 50891 h 127091"/>
                  <a:gd name="connsiteX1" fmla="*/ 54769 w 104775"/>
                  <a:gd name="connsiteY1" fmla="*/ 69941 h 127091"/>
                  <a:gd name="connsiteX2" fmla="*/ 45244 w 104775"/>
                  <a:gd name="connsiteY2" fmla="*/ 885 h 127091"/>
                  <a:gd name="connsiteX3" fmla="*/ 0 w 104775"/>
                  <a:gd name="connsiteY3" fmla="*/ 127091 h 127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27091">
                    <a:moveTo>
                      <a:pt x="104775" y="50891"/>
                    </a:moveTo>
                    <a:cubicBezTo>
                      <a:pt x="84733" y="64583"/>
                      <a:pt x="64691" y="78275"/>
                      <a:pt x="54769" y="69941"/>
                    </a:cubicBezTo>
                    <a:cubicBezTo>
                      <a:pt x="44847" y="61607"/>
                      <a:pt x="54372" y="-8640"/>
                      <a:pt x="45244" y="885"/>
                    </a:cubicBezTo>
                    <a:cubicBezTo>
                      <a:pt x="36116" y="10410"/>
                      <a:pt x="18058" y="68750"/>
                      <a:pt x="0" y="127091"/>
                    </a:cubicBezTo>
                  </a:path>
                </a:pathLst>
              </a:custGeom>
              <a:noFill/>
              <a:ln w="9525">
                <a:solidFill>
                  <a:srgbClr val="238B45"/>
                </a:solidFill>
                <a:tailEnd type="arrow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73" name="Ellipse 372">
                <a:extLst>
                  <a:ext uri="{FF2B5EF4-FFF2-40B4-BE49-F238E27FC236}">
                    <a16:creationId xmlns:a16="http://schemas.microsoft.com/office/drawing/2014/main" id="{77CC5806-E5F5-FC96-C11F-32803128C712}"/>
                  </a:ext>
                </a:extLst>
              </p:cNvPr>
              <p:cNvSpPr/>
              <p:nvPr/>
            </p:nvSpPr>
            <p:spPr>
              <a:xfrm>
                <a:off x="10456308" y="2588391"/>
                <a:ext cx="252000" cy="252000"/>
              </a:xfrm>
              <a:prstGeom prst="ellipse">
                <a:avLst/>
              </a:prstGeom>
              <a:solidFill>
                <a:srgbClr val="41AB6D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A" sz="13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CA" sz="13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CA" sz="13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75" name="Groupe 374">
              <a:extLst>
                <a:ext uri="{FF2B5EF4-FFF2-40B4-BE49-F238E27FC236}">
                  <a16:creationId xmlns:a16="http://schemas.microsoft.com/office/drawing/2014/main" id="{C8C48688-1CC4-DD03-FD3C-00317A812FAB}"/>
                </a:ext>
              </a:extLst>
            </p:cNvPr>
            <p:cNvGrpSpPr/>
            <p:nvPr/>
          </p:nvGrpSpPr>
          <p:grpSpPr>
            <a:xfrm>
              <a:off x="7138442" y="2839839"/>
              <a:ext cx="263610" cy="262800"/>
              <a:chOff x="6572241" y="1522612"/>
              <a:chExt cx="263610" cy="262800"/>
            </a:xfrm>
          </p:grpSpPr>
          <p:sp>
            <p:nvSpPr>
              <p:cNvPr id="376" name="Rectangle : coins arrondis 375">
                <a:extLst>
                  <a:ext uri="{FF2B5EF4-FFF2-40B4-BE49-F238E27FC236}">
                    <a16:creationId xmlns:a16="http://schemas.microsoft.com/office/drawing/2014/main" id="{BFB83D99-0D34-578D-674F-2C68522B4735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77" name="Rectangle : coins arrondis 376">
                <a:extLst>
                  <a:ext uri="{FF2B5EF4-FFF2-40B4-BE49-F238E27FC236}">
                    <a16:creationId xmlns:a16="http://schemas.microsoft.com/office/drawing/2014/main" id="{4B71A437-520F-E075-9F42-D089742F2216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78" name="Rectangle : coins arrondis 377">
                <a:extLst>
                  <a:ext uri="{FF2B5EF4-FFF2-40B4-BE49-F238E27FC236}">
                    <a16:creationId xmlns:a16="http://schemas.microsoft.com/office/drawing/2014/main" id="{62C3629A-AB64-8925-81AC-B47836DB7834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79" name="Rectangle : coins arrondis 378">
                <a:extLst>
                  <a:ext uri="{FF2B5EF4-FFF2-40B4-BE49-F238E27FC236}">
                    <a16:creationId xmlns:a16="http://schemas.microsoft.com/office/drawing/2014/main" id="{23450465-149F-29EE-D360-95C00C8D17B0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80" name="Rectangle : coins arrondis 379">
                <a:extLst>
                  <a:ext uri="{FF2B5EF4-FFF2-40B4-BE49-F238E27FC236}">
                    <a16:creationId xmlns:a16="http://schemas.microsoft.com/office/drawing/2014/main" id="{A8DFC317-01FA-716E-B070-E27A07A2C6C9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81" name="Groupe 380">
              <a:extLst>
                <a:ext uri="{FF2B5EF4-FFF2-40B4-BE49-F238E27FC236}">
                  <a16:creationId xmlns:a16="http://schemas.microsoft.com/office/drawing/2014/main" id="{8EA60214-9A39-EF54-DDF1-0E273EB0A99D}"/>
                </a:ext>
              </a:extLst>
            </p:cNvPr>
            <p:cNvGrpSpPr/>
            <p:nvPr/>
          </p:nvGrpSpPr>
          <p:grpSpPr>
            <a:xfrm>
              <a:off x="7652818" y="2762904"/>
              <a:ext cx="263610" cy="262800"/>
              <a:chOff x="6572241" y="1522612"/>
              <a:chExt cx="263610" cy="262800"/>
            </a:xfrm>
          </p:grpSpPr>
          <p:sp>
            <p:nvSpPr>
              <p:cNvPr id="382" name="Rectangle : coins arrondis 381">
                <a:extLst>
                  <a:ext uri="{FF2B5EF4-FFF2-40B4-BE49-F238E27FC236}">
                    <a16:creationId xmlns:a16="http://schemas.microsoft.com/office/drawing/2014/main" id="{CEDD1D93-F1C0-5A69-E402-8BDDBA003993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83" name="Rectangle : coins arrondis 382">
                <a:extLst>
                  <a:ext uri="{FF2B5EF4-FFF2-40B4-BE49-F238E27FC236}">
                    <a16:creationId xmlns:a16="http://schemas.microsoft.com/office/drawing/2014/main" id="{7BFB41B6-10F6-AAC9-AA66-18EF6AD122E9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84" name="Rectangle : coins arrondis 383">
                <a:extLst>
                  <a:ext uri="{FF2B5EF4-FFF2-40B4-BE49-F238E27FC236}">
                    <a16:creationId xmlns:a16="http://schemas.microsoft.com/office/drawing/2014/main" id="{ADB3A8FF-DAFD-C4CA-388F-1FE62A89FA83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85" name="Rectangle : coins arrondis 384">
                <a:extLst>
                  <a:ext uri="{FF2B5EF4-FFF2-40B4-BE49-F238E27FC236}">
                    <a16:creationId xmlns:a16="http://schemas.microsoft.com/office/drawing/2014/main" id="{006EC731-9219-9382-5B48-2A256A1EB4F1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86" name="Rectangle : coins arrondis 385">
                <a:extLst>
                  <a:ext uri="{FF2B5EF4-FFF2-40B4-BE49-F238E27FC236}">
                    <a16:creationId xmlns:a16="http://schemas.microsoft.com/office/drawing/2014/main" id="{F42D3370-4C2C-6479-C99C-5BE26DADCAF1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87" name="Groupe 386">
              <a:extLst>
                <a:ext uri="{FF2B5EF4-FFF2-40B4-BE49-F238E27FC236}">
                  <a16:creationId xmlns:a16="http://schemas.microsoft.com/office/drawing/2014/main" id="{6F97973A-B45F-0958-4AB3-72D0148D9B2C}"/>
                </a:ext>
              </a:extLst>
            </p:cNvPr>
            <p:cNvGrpSpPr/>
            <p:nvPr/>
          </p:nvGrpSpPr>
          <p:grpSpPr>
            <a:xfrm>
              <a:off x="6746510" y="2792257"/>
              <a:ext cx="263610" cy="262800"/>
              <a:chOff x="6572241" y="1522612"/>
              <a:chExt cx="263610" cy="262800"/>
            </a:xfrm>
          </p:grpSpPr>
          <p:sp>
            <p:nvSpPr>
              <p:cNvPr id="388" name="Rectangle : coins arrondis 387">
                <a:extLst>
                  <a:ext uri="{FF2B5EF4-FFF2-40B4-BE49-F238E27FC236}">
                    <a16:creationId xmlns:a16="http://schemas.microsoft.com/office/drawing/2014/main" id="{6D9D2CB8-E31C-CF16-2561-F9D42D1CDE24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89" name="Rectangle : coins arrondis 388">
                <a:extLst>
                  <a:ext uri="{FF2B5EF4-FFF2-40B4-BE49-F238E27FC236}">
                    <a16:creationId xmlns:a16="http://schemas.microsoft.com/office/drawing/2014/main" id="{4134F368-A6F2-58A8-AAA6-29ADFBF405E7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90" name="Rectangle : coins arrondis 389">
                <a:extLst>
                  <a:ext uri="{FF2B5EF4-FFF2-40B4-BE49-F238E27FC236}">
                    <a16:creationId xmlns:a16="http://schemas.microsoft.com/office/drawing/2014/main" id="{583645DD-9386-E302-B934-2C5B65D186A1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91" name="Rectangle : coins arrondis 390">
                <a:extLst>
                  <a:ext uri="{FF2B5EF4-FFF2-40B4-BE49-F238E27FC236}">
                    <a16:creationId xmlns:a16="http://schemas.microsoft.com/office/drawing/2014/main" id="{A0EBB25B-7332-F1D7-39FB-04239F8DCFA3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92" name="Rectangle : coins arrondis 391">
                <a:extLst>
                  <a:ext uri="{FF2B5EF4-FFF2-40B4-BE49-F238E27FC236}">
                    <a16:creationId xmlns:a16="http://schemas.microsoft.com/office/drawing/2014/main" id="{20E40834-C5AC-E67B-62D2-42DBF1D177AA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438" name="Groupe 437">
              <a:extLst>
                <a:ext uri="{FF2B5EF4-FFF2-40B4-BE49-F238E27FC236}">
                  <a16:creationId xmlns:a16="http://schemas.microsoft.com/office/drawing/2014/main" id="{4F4BC08A-F055-3602-DAE3-DF334A1F4296}"/>
                </a:ext>
              </a:extLst>
            </p:cNvPr>
            <p:cNvGrpSpPr/>
            <p:nvPr/>
          </p:nvGrpSpPr>
          <p:grpSpPr>
            <a:xfrm>
              <a:off x="7281550" y="3313009"/>
              <a:ext cx="569914" cy="947343"/>
              <a:chOff x="8712199" y="2905520"/>
              <a:chExt cx="569914" cy="947343"/>
            </a:xfrm>
          </p:grpSpPr>
          <p:sp>
            <p:nvSpPr>
              <p:cNvPr id="344" name="Rectangle : coins arrondis 343">
                <a:extLst>
                  <a:ext uri="{FF2B5EF4-FFF2-40B4-BE49-F238E27FC236}">
                    <a16:creationId xmlns:a16="http://schemas.microsoft.com/office/drawing/2014/main" id="{EC8E8D98-DF55-0604-9171-EFA89004079C}"/>
                  </a:ext>
                </a:extLst>
              </p:cNvPr>
              <p:cNvSpPr/>
              <p:nvPr/>
            </p:nvSpPr>
            <p:spPr>
              <a:xfrm>
                <a:off x="8712199" y="2905520"/>
                <a:ext cx="569914" cy="947343"/>
              </a:xfrm>
              <a:prstGeom prst="roundRect">
                <a:avLst>
                  <a:gd name="adj" fmla="val 8544"/>
                </a:avLst>
              </a:prstGeom>
              <a:solidFill>
                <a:srgbClr val="A1D99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291" name="Groupe 290">
                <a:extLst>
                  <a:ext uri="{FF2B5EF4-FFF2-40B4-BE49-F238E27FC236}">
                    <a16:creationId xmlns:a16="http://schemas.microsoft.com/office/drawing/2014/main" id="{CEF3B0DF-EC4A-2175-18C2-4F45EB361F3E}"/>
                  </a:ext>
                </a:extLst>
              </p:cNvPr>
              <p:cNvGrpSpPr/>
              <p:nvPr/>
            </p:nvGrpSpPr>
            <p:grpSpPr>
              <a:xfrm>
                <a:off x="9035655" y="3276716"/>
                <a:ext cx="180000" cy="180000"/>
                <a:chOff x="6572241" y="1522612"/>
                <a:chExt cx="263610" cy="262800"/>
              </a:xfrm>
            </p:grpSpPr>
            <p:sp>
              <p:nvSpPr>
                <p:cNvPr id="294" name="Rectangle : coins arrondis 293">
                  <a:extLst>
                    <a:ext uri="{FF2B5EF4-FFF2-40B4-BE49-F238E27FC236}">
                      <a16:creationId xmlns:a16="http://schemas.microsoft.com/office/drawing/2014/main" id="{110521D6-C8F6-B76B-35FE-7105C6601C3B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295" name="Rectangle : coins arrondis 294">
                  <a:extLst>
                    <a:ext uri="{FF2B5EF4-FFF2-40B4-BE49-F238E27FC236}">
                      <a16:creationId xmlns:a16="http://schemas.microsoft.com/office/drawing/2014/main" id="{B157C467-0298-590C-9C78-1CF007A5D26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96" name="Rectangle : coins arrondis 295">
                  <a:extLst>
                    <a:ext uri="{FF2B5EF4-FFF2-40B4-BE49-F238E27FC236}">
                      <a16:creationId xmlns:a16="http://schemas.microsoft.com/office/drawing/2014/main" id="{C8F0D907-2749-85B5-DC1F-52D8BA3DD329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97" name="Rectangle : coins arrondis 296">
                  <a:extLst>
                    <a:ext uri="{FF2B5EF4-FFF2-40B4-BE49-F238E27FC236}">
                      <a16:creationId xmlns:a16="http://schemas.microsoft.com/office/drawing/2014/main" id="{CDF6F959-2BC4-05A1-4B94-2A9EFFD2A3EC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98" name="Rectangle : coins arrondis 297">
                  <a:extLst>
                    <a:ext uri="{FF2B5EF4-FFF2-40B4-BE49-F238E27FC236}">
                      <a16:creationId xmlns:a16="http://schemas.microsoft.com/office/drawing/2014/main" id="{C39C477F-ABDC-4D27-8B14-E3B4AAA23BE1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292" name="Hexagone 291">
                <a:extLst>
                  <a:ext uri="{FF2B5EF4-FFF2-40B4-BE49-F238E27FC236}">
                    <a16:creationId xmlns:a16="http://schemas.microsoft.com/office/drawing/2014/main" id="{6884A3DA-25CF-FA34-B6C3-F04B2B4ED7C7}"/>
                  </a:ext>
                </a:extLst>
              </p:cNvPr>
              <p:cNvSpPr/>
              <p:nvPr/>
            </p:nvSpPr>
            <p:spPr>
              <a:xfrm>
                <a:off x="9017655" y="3604138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</a:p>
            </p:txBody>
          </p:sp>
          <p:cxnSp>
            <p:nvCxnSpPr>
              <p:cNvPr id="293" name="Connecteur droit avec flèche 292">
                <a:extLst>
                  <a:ext uri="{FF2B5EF4-FFF2-40B4-BE49-F238E27FC236}">
                    <a16:creationId xmlns:a16="http://schemas.microsoft.com/office/drawing/2014/main" id="{6FCB7A92-83B0-EAC0-EFA5-DCAB7E2883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5655" y="3482198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0" name="Groupe 299">
                <a:extLst>
                  <a:ext uri="{FF2B5EF4-FFF2-40B4-BE49-F238E27FC236}">
                    <a16:creationId xmlns:a16="http://schemas.microsoft.com/office/drawing/2014/main" id="{FCA22813-28DD-7377-512C-297779759D3F}"/>
                  </a:ext>
                </a:extLst>
              </p:cNvPr>
              <p:cNvGrpSpPr/>
              <p:nvPr/>
            </p:nvGrpSpPr>
            <p:grpSpPr>
              <a:xfrm>
                <a:off x="8772324" y="3278154"/>
                <a:ext cx="180000" cy="180000"/>
                <a:chOff x="6572241" y="1522612"/>
                <a:chExt cx="263610" cy="262800"/>
              </a:xfrm>
            </p:grpSpPr>
            <p:sp>
              <p:nvSpPr>
                <p:cNvPr id="303" name="Rectangle : coins arrondis 302">
                  <a:extLst>
                    <a:ext uri="{FF2B5EF4-FFF2-40B4-BE49-F238E27FC236}">
                      <a16:creationId xmlns:a16="http://schemas.microsoft.com/office/drawing/2014/main" id="{96208D5C-43FA-8C59-714A-FD69E5719B13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04" name="Rectangle : coins arrondis 303">
                  <a:extLst>
                    <a:ext uri="{FF2B5EF4-FFF2-40B4-BE49-F238E27FC236}">
                      <a16:creationId xmlns:a16="http://schemas.microsoft.com/office/drawing/2014/main" id="{2BD96520-B9B5-0029-05C0-79F9E11C4E6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05" name="Rectangle : coins arrondis 304">
                  <a:extLst>
                    <a:ext uri="{FF2B5EF4-FFF2-40B4-BE49-F238E27FC236}">
                      <a16:creationId xmlns:a16="http://schemas.microsoft.com/office/drawing/2014/main" id="{D97FA262-0494-E325-1DC4-0021C52EBB4B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06" name="Rectangle : coins arrondis 305">
                  <a:extLst>
                    <a:ext uri="{FF2B5EF4-FFF2-40B4-BE49-F238E27FC236}">
                      <a16:creationId xmlns:a16="http://schemas.microsoft.com/office/drawing/2014/main" id="{5EE40CD0-119B-78DA-D4A7-7A288A562735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07" name="Rectangle : coins arrondis 306">
                  <a:extLst>
                    <a:ext uri="{FF2B5EF4-FFF2-40B4-BE49-F238E27FC236}">
                      <a16:creationId xmlns:a16="http://schemas.microsoft.com/office/drawing/2014/main" id="{15EC5BC2-22DD-D3BA-6FF2-41F7929C0CCB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301" name="Hexagone 300">
                <a:extLst>
                  <a:ext uri="{FF2B5EF4-FFF2-40B4-BE49-F238E27FC236}">
                    <a16:creationId xmlns:a16="http://schemas.microsoft.com/office/drawing/2014/main" id="{F17C3CAE-0B04-24A9-7F43-23B43177378E}"/>
                  </a:ext>
                </a:extLst>
              </p:cNvPr>
              <p:cNvSpPr/>
              <p:nvPr/>
            </p:nvSpPr>
            <p:spPr>
              <a:xfrm>
                <a:off x="8754324" y="3605576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</p:txBody>
          </p:sp>
          <p:cxnSp>
            <p:nvCxnSpPr>
              <p:cNvPr id="302" name="Connecteur droit avec flèche 301">
                <a:extLst>
                  <a:ext uri="{FF2B5EF4-FFF2-40B4-BE49-F238E27FC236}">
                    <a16:creationId xmlns:a16="http://schemas.microsoft.com/office/drawing/2014/main" id="{D980A1A7-1EFF-5A6A-8BCA-DA6A2808D3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2324" y="3483636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Connecteur droit avec flèche 431">
                <a:extLst>
                  <a:ext uri="{FF2B5EF4-FFF2-40B4-BE49-F238E27FC236}">
                    <a16:creationId xmlns:a16="http://schemas.microsoft.com/office/drawing/2014/main" id="{964CE043-8CC1-905B-72E8-107F1ACC57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93969" y="3066017"/>
                <a:ext cx="103187" cy="196547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Connecteur droit avec flèche 434">
                <a:extLst>
                  <a:ext uri="{FF2B5EF4-FFF2-40B4-BE49-F238E27FC236}">
                    <a16:creationId xmlns:a16="http://schemas.microsoft.com/office/drawing/2014/main" id="{5D0A3061-698B-C9B0-3EFB-127086BEB0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97156" y="3066017"/>
                <a:ext cx="84841" cy="203517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Ellipse 246">
                <a:extLst>
                  <a:ext uri="{FF2B5EF4-FFF2-40B4-BE49-F238E27FC236}">
                    <a16:creationId xmlns:a16="http://schemas.microsoft.com/office/drawing/2014/main" id="{156F66B1-6CE1-5051-EA85-75E1651C9ECE}"/>
                  </a:ext>
                </a:extLst>
              </p:cNvPr>
              <p:cNvSpPr/>
              <p:nvPr/>
            </p:nvSpPr>
            <p:spPr>
              <a:xfrm>
                <a:off x="8873655" y="2940017"/>
                <a:ext cx="252000" cy="252000"/>
              </a:xfrm>
              <a:prstGeom prst="ellipse">
                <a:avLst/>
              </a:prstGeom>
              <a:solidFill>
                <a:srgbClr val="41AB6D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A" sz="13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CA" sz="13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endParaRPr lang="en-CA" sz="13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457" name="Groupe 456">
              <a:extLst>
                <a:ext uri="{FF2B5EF4-FFF2-40B4-BE49-F238E27FC236}">
                  <a16:creationId xmlns:a16="http://schemas.microsoft.com/office/drawing/2014/main" id="{C104C9F0-25E1-0E77-6931-D2547276A3AA}"/>
                </a:ext>
              </a:extLst>
            </p:cNvPr>
            <p:cNvGrpSpPr/>
            <p:nvPr/>
          </p:nvGrpSpPr>
          <p:grpSpPr>
            <a:xfrm>
              <a:off x="5908312" y="3246406"/>
              <a:ext cx="1117599" cy="985886"/>
              <a:chOff x="9119394" y="2936057"/>
              <a:chExt cx="1117599" cy="985886"/>
            </a:xfrm>
          </p:grpSpPr>
          <p:sp>
            <p:nvSpPr>
              <p:cNvPr id="393" name="Rectangle : coins arrondis 392">
                <a:extLst>
                  <a:ext uri="{FF2B5EF4-FFF2-40B4-BE49-F238E27FC236}">
                    <a16:creationId xmlns:a16="http://schemas.microsoft.com/office/drawing/2014/main" id="{B27588D7-31EE-7687-DCFD-4950975A8C7E}"/>
                  </a:ext>
                </a:extLst>
              </p:cNvPr>
              <p:cNvSpPr/>
              <p:nvPr/>
            </p:nvSpPr>
            <p:spPr>
              <a:xfrm>
                <a:off x="9119394" y="2936057"/>
                <a:ext cx="1117599" cy="985886"/>
              </a:xfrm>
              <a:prstGeom prst="roundRect">
                <a:avLst>
                  <a:gd name="adj" fmla="val 8544"/>
                </a:avLst>
              </a:prstGeom>
              <a:solidFill>
                <a:srgbClr val="A1D99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394" name="Groupe 393">
                <a:extLst>
                  <a:ext uri="{FF2B5EF4-FFF2-40B4-BE49-F238E27FC236}">
                    <a16:creationId xmlns:a16="http://schemas.microsoft.com/office/drawing/2014/main" id="{44A3C495-D938-0CAD-B189-3C6880281143}"/>
                  </a:ext>
                </a:extLst>
              </p:cNvPr>
              <p:cNvGrpSpPr/>
              <p:nvPr/>
            </p:nvGrpSpPr>
            <p:grpSpPr>
              <a:xfrm>
                <a:off x="9806196" y="3312089"/>
                <a:ext cx="180000" cy="180000"/>
                <a:chOff x="6572241" y="1522612"/>
                <a:chExt cx="263610" cy="262800"/>
              </a:xfrm>
            </p:grpSpPr>
            <p:sp>
              <p:nvSpPr>
                <p:cNvPr id="395" name="Rectangle : coins arrondis 394">
                  <a:extLst>
                    <a:ext uri="{FF2B5EF4-FFF2-40B4-BE49-F238E27FC236}">
                      <a16:creationId xmlns:a16="http://schemas.microsoft.com/office/drawing/2014/main" id="{8411AEE5-C983-671F-7FB9-EDC00EA77908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396" name="Rectangle : coins arrondis 395">
                  <a:extLst>
                    <a:ext uri="{FF2B5EF4-FFF2-40B4-BE49-F238E27FC236}">
                      <a16:creationId xmlns:a16="http://schemas.microsoft.com/office/drawing/2014/main" id="{51B08EB1-03E6-772A-E388-15899BF4A471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97" name="Rectangle : coins arrondis 396">
                  <a:extLst>
                    <a:ext uri="{FF2B5EF4-FFF2-40B4-BE49-F238E27FC236}">
                      <a16:creationId xmlns:a16="http://schemas.microsoft.com/office/drawing/2014/main" id="{CCF18995-3BF6-509E-3771-93E7981179E0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98" name="Rectangle : coins arrondis 397">
                  <a:extLst>
                    <a:ext uri="{FF2B5EF4-FFF2-40B4-BE49-F238E27FC236}">
                      <a16:creationId xmlns:a16="http://schemas.microsoft.com/office/drawing/2014/main" id="{6A4ECE19-2922-545A-83BE-D980725CE807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399" name="Rectangle : coins arrondis 398">
                  <a:extLst>
                    <a:ext uri="{FF2B5EF4-FFF2-40B4-BE49-F238E27FC236}">
                      <a16:creationId xmlns:a16="http://schemas.microsoft.com/office/drawing/2014/main" id="{0C363721-5985-0F57-B10D-CF7730A02F50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400" name="Hexagone 399">
                <a:extLst>
                  <a:ext uri="{FF2B5EF4-FFF2-40B4-BE49-F238E27FC236}">
                    <a16:creationId xmlns:a16="http://schemas.microsoft.com/office/drawing/2014/main" id="{0917373A-9EA3-E500-C3AA-E0FE715D780B}"/>
                  </a:ext>
                </a:extLst>
              </p:cNvPr>
              <p:cNvSpPr/>
              <p:nvPr/>
            </p:nvSpPr>
            <p:spPr>
              <a:xfrm>
                <a:off x="9788196" y="3639511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</a:p>
            </p:txBody>
          </p:sp>
          <p:cxnSp>
            <p:nvCxnSpPr>
              <p:cNvPr id="401" name="Connecteur droit avec flèche 400">
                <a:extLst>
                  <a:ext uri="{FF2B5EF4-FFF2-40B4-BE49-F238E27FC236}">
                    <a16:creationId xmlns:a16="http://schemas.microsoft.com/office/drawing/2014/main" id="{1087E526-915A-297A-F7B8-AA04765DD9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6196" y="3517571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2" name="Groupe 401">
                <a:extLst>
                  <a:ext uri="{FF2B5EF4-FFF2-40B4-BE49-F238E27FC236}">
                    <a16:creationId xmlns:a16="http://schemas.microsoft.com/office/drawing/2014/main" id="{75CD6B41-E8DC-9328-D84F-A47B140042A2}"/>
                  </a:ext>
                </a:extLst>
              </p:cNvPr>
              <p:cNvGrpSpPr/>
              <p:nvPr/>
            </p:nvGrpSpPr>
            <p:grpSpPr>
              <a:xfrm>
                <a:off x="9597633" y="3364402"/>
                <a:ext cx="180000" cy="180000"/>
                <a:chOff x="6572241" y="1522612"/>
                <a:chExt cx="263610" cy="262800"/>
              </a:xfrm>
            </p:grpSpPr>
            <p:sp>
              <p:nvSpPr>
                <p:cNvPr id="403" name="Rectangle : coins arrondis 402">
                  <a:extLst>
                    <a:ext uri="{FF2B5EF4-FFF2-40B4-BE49-F238E27FC236}">
                      <a16:creationId xmlns:a16="http://schemas.microsoft.com/office/drawing/2014/main" id="{E828A9F9-FAE1-D6D7-6E84-2A59B9890E95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04" name="Rectangle : coins arrondis 403">
                  <a:extLst>
                    <a:ext uri="{FF2B5EF4-FFF2-40B4-BE49-F238E27FC236}">
                      <a16:creationId xmlns:a16="http://schemas.microsoft.com/office/drawing/2014/main" id="{58BE395A-91AB-3A35-1D6F-E4B389BA07AF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05" name="Rectangle : coins arrondis 404">
                  <a:extLst>
                    <a:ext uri="{FF2B5EF4-FFF2-40B4-BE49-F238E27FC236}">
                      <a16:creationId xmlns:a16="http://schemas.microsoft.com/office/drawing/2014/main" id="{F64F74B7-C69E-EF85-5218-5EB775124DC0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06" name="Rectangle : coins arrondis 405">
                  <a:extLst>
                    <a:ext uri="{FF2B5EF4-FFF2-40B4-BE49-F238E27FC236}">
                      <a16:creationId xmlns:a16="http://schemas.microsoft.com/office/drawing/2014/main" id="{9A3969DC-E576-A0F1-E85E-5F6FDB912173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07" name="Rectangle : coins arrondis 406">
                  <a:extLst>
                    <a:ext uri="{FF2B5EF4-FFF2-40B4-BE49-F238E27FC236}">
                      <a16:creationId xmlns:a16="http://schemas.microsoft.com/office/drawing/2014/main" id="{CA04DE32-F620-EAE0-2433-E294594603A1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408" name="Hexagone 407">
                <a:extLst>
                  <a:ext uri="{FF2B5EF4-FFF2-40B4-BE49-F238E27FC236}">
                    <a16:creationId xmlns:a16="http://schemas.microsoft.com/office/drawing/2014/main" id="{80292039-5FD5-678E-72A3-61616443B42A}"/>
                  </a:ext>
                </a:extLst>
              </p:cNvPr>
              <p:cNvSpPr/>
              <p:nvPr/>
            </p:nvSpPr>
            <p:spPr>
              <a:xfrm>
                <a:off x="9579633" y="3691824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</a:p>
            </p:txBody>
          </p:sp>
          <p:cxnSp>
            <p:nvCxnSpPr>
              <p:cNvPr id="409" name="Connecteur droit avec flèche 408">
                <a:extLst>
                  <a:ext uri="{FF2B5EF4-FFF2-40B4-BE49-F238E27FC236}">
                    <a16:creationId xmlns:a16="http://schemas.microsoft.com/office/drawing/2014/main" id="{A303516A-B45A-386F-10E4-FF7E057DBA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7633" y="3569884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0" name="Groupe 409">
                <a:extLst>
                  <a:ext uri="{FF2B5EF4-FFF2-40B4-BE49-F238E27FC236}">
                    <a16:creationId xmlns:a16="http://schemas.microsoft.com/office/drawing/2014/main" id="{2F97544E-A94A-8E89-6139-3A258E29FC93}"/>
                  </a:ext>
                </a:extLst>
              </p:cNvPr>
              <p:cNvGrpSpPr/>
              <p:nvPr/>
            </p:nvGrpSpPr>
            <p:grpSpPr>
              <a:xfrm>
                <a:off x="9389072" y="3308691"/>
                <a:ext cx="180000" cy="180000"/>
                <a:chOff x="6572241" y="1522612"/>
                <a:chExt cx="263610" cy="262800"/>
              </a:xfrm>
            </p:grpSpPr>
            <p:sp>
              <p:nvSpPr>
                <p:cNvPr id="411" name="Rectangle : coins arrondis 410">
                  <a:extLst>
                    <a:ext uri="{FF2B5EF4-FFF2-40B4-BE49-F238E27FC236}">
                      <a16:creationId xmlns:a16="http://schemas.microsoft.com/office/drawing/2014/main" id="{DBFE45C4-1B5E-7DC8-AE43-AB7E9FEE5FA7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412" name="Rectangle : coins arrondis 411">
                  <a:extLst>
                    <a:ext uri="{FF2B5EF4-FFF2-40B4-BE49-F238E27FC236}">
                      <a16:creationId xmlns:a16="http://schemas.microsoft.com/office/drawing/2014/main" id="{7EC39C3B-DAE1-1420-0D0E-F27705154DD7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13" name="Rectangle : coins arrondis 412">
                  <a:extLst>
                    <a:ext uri="{FF2B5EF4-FFF2-40B4-BE49-F238E27FC236}">
                      <a16:creationId xmlns:a16="http://schemas.microsoft.com/office/drawing/2014/main" id="{B1D3BE62-F85E-C450-EEAD-E9A11EEE6E66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14" name="Rectangle : coins arrondis 413">
                  <a:extLst>
                    <a:ext uri="{FF2B5EF4-FFF2-40B4-BE49-F238E27FC236}">
                      <a16:creationId xmlns:a16="http://schemas.microsoft.com/office/drawing/2014/main" id="{194AD3D8-B15D-CB8D-3697-9F653F4D5786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15" name="Rectangle : coins arrondis 414">
                  <a:extLst>
                    <a:ext uri="{FF2B5EF4-FFF2-40B4-BE49-F238E27FC236}">
                      <a16:creationId xmlns:a16="http://schemas.microsoft.com/office/drawing/2014/main" id="{C59156B1-B690-3DA5-CE83-EB67560BA643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416" name="Hexagone 415">
                <a:extLst>
                  <a:ext uri="{FF2B5EF4-FFF2-40B4-BE49-F238E27FC236}">
                    <a16:creationId xmlns:a16="http://schemas.microsoft.com/office/drawing/2014/main" id="{A73E1B05-4788-219D-C551-65B37EB24E6D}"/>
                  </a:ext>
                </a:extLst>
              </p:cNvPr>
              <p:cNvSpPr/>
              <p:nvPr/>
            </p:nvSpPr>
            <p:spPr>
              <a:xfrm>
                <a:off x="9371072" y="3636113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</p:txBody>
          </p:sp>
          <p:cxnSp>
            <p:nvCxnSpPr>
              <p:cNvPr id="417" name="Connecteur droit avec flèche 416">
                <a:extLst>
                  <a:ext uri="{FF2B5EF4-FFF2-40B4-BE49-F238E27FC236}">
                    <a16:creationId xmlns:a16="http://schemas.microsoft.com/office/drawing/2014/main" id="{02880A7D-D519-94DA-0A11-1D1180D3AC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9072" y="3514173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Connecteur droit avec flèche 417">
                <a:extLst>
                  <a:ext uri="{FF2B5EF4-FFF2-40B4-BE49-F238E27FC236}">
                    <a16:creationId xmlns:a16="http://schemas.microsoft.com/office/drawing/2014/main" id="{79AE4EFB-5447-00A4-6034-C0AB28FA6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87633" y="3242431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9" name="Forme libre : forme 418">
                <a:extLst>
                  <a:ext uri="{FF2B5EF4-FFF2-40B4-BE49-F238E27FC236}">
                    <a16:creationId xmlns:a16="http://schemas.microsoft.com/office/drawing/2014/main" id="{35089DDC-624B-8238-9E4D-2F0EF16E9FBA}"/>
                  </a:ext>
                </a:extLst>
              </p:cNvPr>
              <p:cNvSpPr/>
              <p:nvPr/>
            </p:nvSpPr>
            <p:spPr>
              <a:xfrm>
                <a:off x="9498017" y="3159009"/>
                <a:ext cx="104775" cy="127091"/>
              </a:xfrm>
              <a:custGeom>
                <a:avLst/>
                <a:gdLst>
                  <a:gd name="connsiteX0" fmla="*/ 104775 w 104775"/>
                  <a:gd name="connsiteY0" fmla="*/ 50891 h 127091"/>
                  <a:gd name="connsiteX1" fmla="*/ 54769 w 104775"/>
                  <a:gd name="connsiteY1" fmla="*/ 69941 h 127091"/>
                  <a:gd name="connsiteX2" fmla="*/ 45244 w 104775"/>
                  <a:gd name="connsiteY2" fmla="*/ 885 h 127091"/>
                  <a:gd name="connsiteX3" fmla="*/ 0 w 104775"/>
                  <a:gd name="connsiteY3" fmla="*/ 127091 h 127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27091">
                    <a:moveTo>
                      <a:pt x="104775" y="50891"/>
                    </a:moveTo>
                    <a:cubicBezTo>
                      <a:pt x="84733" y="64583"/>
                      <a:pt x="64691" y="78275"/>
                      <a:pt x="54769" y="69941"/>
                    </a:cubicBezTo>
                    <a:cubicBezTo>
                      <a:pt x="44847" y="61607"/>
                      <a:pt x="54372" y="-8640"/>
                      <a:pt x="45244" y="885"/>
                    </a:cubicBezTo>
                    <a:cubicBezTo>
                      <a:pt x="36116" y="10410"/>
                      <a:pt x="18058" y="68750"/>
                      <a:pt x="0" y="127091"/>
                    </a:cubicBezTo>
                  </a:path>
                </a:pathLst>
              </a:custGeom>
              <a:noFill/>
              <a:ln w="9525">
                <a:solidFill>
                  <a:srgbClr val="238B45"/>
                </a:solidFill>
                <a:tailEnd type="arrow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20" name="Forme libre : forme 419">
                <a:extLst>
                  <a:ext uri="{FF2B5EF4-FFF2-40B4-BE49-F238E27FC236}">
                    <a16:creationId xmlns:a16="http://schemas.microsoft.com/office/drawing/2014/main" id="{CD59B519-1A35-206D-9B1E-FBB5631B47CE}"/>
                  </a:ext>
                </a:extLst>
              </p:cNvPr>
              <p:cNvSpPr/>
              <p:nvPr/>
            </p:nvSpPr>
            <p:spPr>
              <a:xfrm flipH="1">
                <a:off x="9761245" y="3159009"/>
                <a:ext cx="104775" cy="127091"/>
              </a:xfrm>
              <a:custGeom>
                <a:avLst/>
                <a:gdLst>
                  <a:gd name="connsiteX0" fmla="*/ 104775 w 104775"/>
                  <a:gd name="connsiteY0" fmla="*/ 50891 h 127091"/>
                  <a:gd name="connsiteX1" fmla="*/ 54769 w 104775"/>
                  <a:gd name="connsiteY1" fmla="*/ 69941 h 127091"/>
                  <a:gd name="connsiteX2" fmla="*/ 45244 w 104775"/>
                  <a:gd name="connsiteY2" fmla="*/ 885 h 127091"/>
                  <a:gd name="connsiteX3" fmla="*/ 0 w 104775"/>
                  <a:gd name="connsiteY3" fmla="*/ 127091 h 127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27091">
                    <a:moveTo>
                      <a:pt x="104775" y="50891"/>
                    </a:moveTo>
                    <a:cubicBezTo>
                      <a:pt x="84733" y="64583"/>
                      <a:pt x="64691" y="78275"/>
                      <a:pt x="54769" y="69941"/>
                    </a:cubicBezTo>
                    <a:cubicBezTo>
                      <a:pt x="44847" y="61607"/>
                      <a:pt x="54372" y="-8640"/>
                      <a:pt x="45244" y="885"/>
                    </a:cubicBezTo>
                    <a:cubicBezTo>
                      <a:pt x="36116" y="10410"/>
                      <a:pt x="18058" y="68750"/>
                      <a:pt x="0" y="127091"/>
                    </a:cubicBezTo>
                  </a:path>
                </a:pathLst>
              </a:custGeom>
              <a:noFill/>
              <a:ln w="9525">
                <a:solidFill>
                  <a:srgbClr val="238B45"/>
                </a:solidFill>
                <a:tailEnd type="arrow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439" name="Groupe 438">
                <a:extLst>
                  <a:ext uri="{FF2B5EF4-FFF2-40B4-BE49-F238E27FC236}">
                    <a16:creationId xmlns:a16="http://schemas.microsoft.com/office/drawing/2014/main" id="{886EDA29-73EC-1BD3-2920-4834762F76CF}"/>
                  </a:ext>
                </a:extLst>
              </p:cNvPr>
              <p:cNvGrpSpPr/>
              <p:nvPr/>
            </p:nvGrpSpPr>
            <p:grpSpPr>
              <a:xfrm>
                <a:off x="9987175" y="3214457"/>
                <a:ext cx="180000" cy="180000"/>
                <a:chOff x="6572241" y="1522612"/>
                <a:chExt cx="263610" cy="262800"/>
              </a:xfrm>
            </p:grpSpPr>
            <p:sp>
              <p:nvSpPr>
                <p:cNvPr id="440" name="Rectangle : coins arrondis 439">
                  <a:extLst>
                    <a:ext uri="{FF2B5EF4-FFF2-40B4-BE49-F238E27FC236}">
                      <a16:creationId xmlns:a16="http://schemas.microsoft.com/office/drawing/2014/main" id="{DFEF2D65-102B-1155-74BA-AA09DF33E3D8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41" name="Rectangle : coins arrondis 440">
                  <a:extLst>
                    <a:ext uri="{FF2B5EF4-FFF2-40B4-BE49-F238E27FC236}">
                      <a16:creationId xmlns:a16="http://schemas.microsoft.com/office/drawing/2014/main" id="{974B3560-AE45-35A0-941B-C2D9207A6750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42" name="Rectangle : coins arrondis 441">
                  <a:extLst>
                    <a:ext uri="{FF2B5EF4-FFF2-40B4-BE49-F238E27FC236}">
                      <a16:creationId xmlns:a16="http://schemas.microsoft.com/office/drawing/2014/main" id="{A448A4FA-0055-93E3-842D-C957092AEC5E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43" name="Rectangle : coins arrondis 442">
                  <a:extLst>
                    <a:ext uri="{FF2B5EF4-FFF2-40B4-BE49-F238E27FC236}">
                      <a16:creationId xmlns:a16="http://schemas.microsoft.com/office/drawing/2014/main" id="{F15CAE80-67D6-E343-6706-3D00B104AAB4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44" name="Rectangle : coins arrondis 443">
                  <a:extLst>
                    <a:ext uri="{FF2B5EF4-FFF2-40B4-BE49-F238E27FC236}">
                      <a16:creationId xmlns:a16="http://schemas.microsoft.com/office/drawing/2014/main" id="{43291533-E8A0-FCD7-FB48-CC80EBDDD425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445" name="Hexagone 444">
                <a:extLst>
                  <a:ext uri="{FF2B5EF4-FFF2-40B4-BE49-F238E27FC236}">
                    <a16:creationId xmlns:a16="http://schemas.microsoft.com/office/drawing/2014/main" id="{3A6D2752-5A0E-ACB8-1557-F0A0FE32D92D}"/>
                  </a:ext>
                </a:extLst>
              </p:cNvPr>
              <p:cNvSpPr/>
              <p:nvPr/>
            </p:nvSpPr>
            <p:spPr>
              <a:xfrm>
                <a:off x="9969175" y="3541879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</a:p>
            </p:txBody>
          </p:sp>
          <p:cxnSp>
            <p:nvCxnSpPr>
              <p:cNvPr id="446" name="Connecteur droit avec flèche 445">
                <a:extLst>
                  <a:ext uri="{FF2B5EF4-FFF2-40B4-BE49-F238E27FC236}">
                    <a16:creationId xmlns:a16="http://schemas.microsoft.com/office/drawing/2014/main" id="{192E2CA6-5187-3E4E-1642-19D6192B2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7175" y="3419939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7" name="Groupe 446">
                <a:extLst>
                  <a:ext uri="{FF2B5EF4-FFF2-40B4-BE49-F238E27FC236}">
                    <a16:creationId xmlns:a16="http://schemas.microsoft.com/office/drawing/2014/main" id="{B1EB8B28-33EE-3B17-2DB1-E91FF0FF286D}"/>
                  </a:ext>
                </a:extLst>
              </p:cNvPr>
              <p:cNvGrpSpPr/>
              <p:nvPr/>
            </p:nvGrpSpPr>
            <p:grpSpPr>
              <a:xfrm>
                <a:off x="9208491" y="3214455"/>
                <a:ext cx="180000" cy="180000"/>
                <a:chOff x="6572241" y="1522612"/>
                <a:chExt cx="263610" cy="262800"/>
              </a:xfrm>
            </p:grpSpPr>
            <p:sp>
              <p:nvSpPr>
                <p:cNvPr id="448" name="Rectangle : coins arrondis 447">
                  <a:extLst>
                    <a:ext uri="{FF2B5EF4-FFF2-40B4-BE49-F238E27FC236}">
                      <a16:creationId xmlns:a16="http://schemas.microsoft.com/office/drawing/2014/main" id="{3C555B8F-9B50-1C80-F109-325F9DE2C2BB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49" name="Rectangle : coins arrondis 448">
                  <a:extLst>
                    <a:ext uri="{FF2B5EF4-FFF2-40B4-BE49-F238E27FC236}">
                      <a16:creationId xmlns:a16="http://schemas.microsoft.com/office/drawing/2014/main" id="{31E4E006-5F33-5A2C-DC62-7CD64B208728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50" name="Rectangle : coins arrondis 449">
                  <a:extLst>
                    <a:ext uri="{FF2B5EF4-FFF2-40B4-BE49-F238E27FC236}">
                      <a16:creationId xmlns:a16="http://schemas.microsoft.com/office/drawing/2014/main" id="{D62F0FB8-0508-EE95-65C5-AEE4EEFBDBD8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51" name="Rectangle : coins arrondis 450">
                  <a:extLst>
                    <a:ext uri="{FF2B5EF4-FFF2-40B4-BE49-F238E27FC236}">
                      <a16:creationId xmlns:a16="http://schemas.microsoft.com/office/drawing/2014/main" id="{23528E52-7683-5C52-B1CD-065773A2677E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452" name="Rectangle : coins arrondis 451">
                  <a:extLst>
                    <a:ext uri="{FF2B5EF4-FFF2-40B4-BE49-F238E27FC236}">
                      <a16:creationId xmlns:a16="http://schemas.microsoft.com/office/drawing/2014/main" id="{87ABA7DB-E078-547E-2BBD-A07571978B91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31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453" name="Hexagone 452">
                <a:extLst>
                  <a:ext uri="{FF2B5EF4-FFF2-40B4-BE49-F238E27FC236}">
                    <a16:creationId xmlns:a16="http://schemas.microsoft.com/office/drawing/2014/main" id="{E4BCFBB8-990F-F122-8CDB-6B19CD0257C8}"/>
                  </a:ext>
                </a:extLst>
              </p:cNvPr>
              <p:cNvSpPr/>
              <p:nvPr/>
            </p:nvSpPr>
            <p:spPr>
              <a:xfrm>
                <a:off x="9190491" y="3541877"/>
                <a:ext cx="216000" cy="216000"/>
              </a:xfrm>
              <a:prstGeom prst="hexagon">
                <a:avLst>
                  <a:gd name="adj" fmla="val 58333"/>
                  <a:gd name="vf" fmla="val 115470"/>
                </a:avLst>
              </a:prstGeom>
              <a:solidFill>
                <a:srgbClr val="005A32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</p:txBody>
          </p:sp>
          <p:cxnSp>
            <p:nvCxnSpPr>
              <p:cNvPr id="454" name="Connecteur droit avec flèche 453">
                <a:extLst>
                  <a:ext uri="{FF2B5EF4-FFF2-40B4-BE49-F238E27FC236}">
                    <a16:creationId xmlns:a16="http://schemas.microsoft.com/office/drawing/2014/main" id="{6070CBBC-9DF8-8586-884C-BC996B90F4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8491" y="3419937"/>
                <a:ext cx="0" cy="108000"/>
              </a:xfrm>
              <a:prstGeom prst="straightConnector1">
                <a:avLst/>
              </a:prstGeom>
              <a:ln w="9525">
                <a:solidFill>
                  <a:srgbClr val="238B45"/>
                </a:solidFill>
                <a:headEnd type="none" w="lg" len="lg"/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5" name="Forme libre : forme 454">
                <a:extLst>
                  <a:ext uri="{FF2B5EF4-FFF2-40B4-BE49-F238E27FC236}">
                    <a16:creationId xmlns:a16="http://schemas.microsoft.com/office/drawing/2014/main" id="{DA513952-71BB-5A37-83B9-ED563859F8EF}"/>
                  </a:ext>
                </a:extLst>
              </p:cNvPr>
              <p:cNvSpPr/>
              <p:nvPr/>
            </p:nvSpPr>
            <p:spPr>
              <a:xfrm>
                <a:off x="9327356" y="3052362"/>
                <a:ext cx="240507" cy="148038"/>
              </a:xfrm>
              <a:custGeom>
                <a:avLst/>
                <a:gdLst>
                  <a:gd name="connsiteX0" fmla="*/ 240507 w 240507"/>
                  <a:gd name="connsiteY0" fmla="*/ 52788 h 148038"/>
                  <a:gd name="connsiteX1" fmla="*/ 128588 w 240507"/>
                  <a:gd name="connsiteY1" fmla="*/ 102794 h 148038"/>
                  <a:gd name="connsiteX2" fmla="*/ 88107 w 240507"/>
                  <a:gd name="connsiteY2" fmla="*/ 401 h 148038"/>
                  <a:gd name="connsiteX3" fmla="*/ 0 w 240507"/>
                  <a:gd name="connsiteY3" fmla="*/ 148038 h 148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507" h="148038">
                    <a:moveTo>
                      <a:pt x="240507" y="52788"/>
                    </a:moveTo>
                    <a:cubicBezTo>
                      <a:pt x="197247" y="82156"/>
                      <a:pt x="153988" y="111525"/>
                      <a:pt x="128588" y="102794"/>
                    </a:cubicBezTo>
                    <a:cubicBezTo>
                      <a:pt x="103188" y="94063"/>
                      <a:pt x="109538" y="-7140"/>
                      <a:pt x="88107" y="401"/>
                    </a:cubicBezTo>
                    <a:cubicBezTo>
                      <a:pt x="66676" y="7942"/>
                      <a:pt x="33338" y="77990"/>
                      <a:pt x="0" y="148038"/>
                    </a:cubicBezTo>
                  </a:path>
                </a:pathLst>
              </a:custGeom>
              <a:noFill/>
              <a:ln w="9525">
                <a:solidFill>
                  <a:srgbClr val="238B45"/>
                </a:solidFill>
                <a:tailEnd type="arrow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56" name="Forme libre : forme 455">
                <a:extLst>
                  <a:ext uri="{FF2B5EF4-FFF2-40B4-BE49-F238E27FC236}">
                    <a16:creationId xmlns:a16="http://schemas.microsoft.com/office/drawing/2014/main" id="{2A5DB755-F375-8978-DD3E-21FD933FDB8A}"/>
                  </a:ext>
                </a:extLst>
              </p:cNvPr>
              <p:cNvSpPr/>
              <p:nvPr/>
            </p:nvSpPr>
            <p:spPr>
              <a:xfrm flipH="1">
                <a:off x="9805022" y="3055077"/>
                <a:ext cx="240507" cy="148038"/>
              </a:xfrm>
              <a:custGeom>
                <a:avLst/>
                <a:gdLst>
                  <a:gd name="connsiteX0" fmla="*/ 240507 w 240507"/>
                  <a:gd name="connsiteY0" fmla="*/ 52788 h 148038"/>
                  <a:gd name="connsiteX1" fmla="*/ 128588 w 240507"/>
                  <a:gd name="connsiteY1" fmla="*/ 102794 h 148038"/>
                  <a:gd name="connsiteX2" fmla="*/ 88107 w 240507"/>
                  <a:gd name="connsiteY2" fmla="*/ 401 h 148038"/>
                  <a:gd name="connsiteX3" fmla="*/ 0 w 240507"/>
                  <a:gd name="connsiteY3" fmla="*/ 148038 h 148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507" h="148038">
                    <a:moveTo>
                      <a:pt x="240507" y="52788"/>
                    </a:moveTo>
                    <a:cubicBezTo>
                      <a:pt x="197247" y="82156"/>
                      <a:pt x="153988" y="111525"/>
                      <a:pt x="128588" y="102794"/>
                    </a:cubicBezTo>
                    <a:cubicBezTo>
                      <a:pt x="103188" y="94063"/>
                      <a:pt x="109538" y="-7140"/>
                      <a:pt x="88107" y="401"/>
                    </a:cubicBezTo>
                    <a:cubicBezTo>
                      <a:pt x="66676" y="7942"/>
                      <a:pt x="33338" y="77990"/>
                      <a:pt x="0" y="148038"/>
                    </a:cubicBezTo>
                  </a:path>
                </a:pathLst>
              </a:custGeom>
              <a:noFill/>
              <a:ln w="9525">
                <a:solidFill>
                  <a:srgbClr val="238B45"/>
                </a:solidFill>
                <a:tailEnd type="arrow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21" name="Ellipse 420">
                <a:extLst>
                  <a:ext uri="{FF2B5EF4-FFF2-40B4-BE49-F238E27FC236}">
                    <a16:creationId xmlns:a16="http://schemas.microsoft.com/office/drawing/2014/main" id="{C9DFA0DA-1377-A908-DB52-812A67ED5430}"/>
                  </a:ext>
                </a:extLst>
              </p:cNvPr>
              <p:cNvSpPr/>
              <p:nvPr/>
            </p:nvSpPr>
            <p:spPr>
              <a:xfrm>
                <a:off x="9561633" y="2983461"/>
                <a:ext cx="252000" cy="252000"/>
              </a:xfrm>
              <a:prstGeom prst="ellipse">
                <a:avLst/>
              </a:prstGeom>
              <a:solidFill>
                <a:srgbClr val="41AB6D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A" sz="13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CA" sz="13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en-CA" sz="1300" dirty="0"/>
              </a:p>
            </p:txBody>
          </p:sp>
        </p:grpSp>
        <p:sp>
          <p:nvSpPr>
            <p:cNvPr id="458" name="Arc 457">
              <a:extLst>
                <a:ext uri="{FF2B5EF4-FFF2-40B4-BE49-F238E27FC236}">
                  <a16:creationId xmlns:a16="http://schemas.microsoft.com/office/drawing/2014/main" id="{46F98CB3-5E8E-1EE4-CCE7-60680857877B}"/>
                </a:ext>
              </a:extLst>
            </p:cNvPr>
            <p:cNvSpPr/>
            <p:nvPr/>
          </p:nvSpPr>
          <p:spPr>
            <a:xfrm rot="18568721">
              <a:off x="6263355" y="1319979"/>
              <a:ext cx="1086888" cy="914400"/>
            </a:xfrm>
            <a:prstGeom prst="arc">
              <a:avLst>
                <a:gd name="adj1" fmla="val 16035445"/>
                <a:gd name="adj2" fmla="val 18310467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23535D8B-6F89-DE4F-5DA1-3F94D2A029D3}"/>
                </a:ext>
              </a:extLst>
            </p:cNvPr>
            <p:cNvSpPr/>
            <p:nvPr/>
          </p:nvSpPr>
          <p:spPr>
            <a:xfrm>
              <a:off x="6672039" y="968877"/>
              <a:ext cx="412553" cy="414000"/>
            </a:xfrm>
            <a:prstGeom prst="ellipse">
              <a:avLst/>
            </a:prstGeom>
            <a:solidFill>
              <a:srgbClr val="F1691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</a:t>
              </a:r>
              <a:r>
                <a:rPr lang="en-CA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59" name="Arc 458">
              <a:extLst>
                <a:ext uri="{FF2B5EF4-FFF2-40B4-BE49-F238E27FC236}">
                  <a16:creationId xmlns:a16="http://schemas.microsoft.com/office/drawing/2014/main" id="{988D88B1-6045-1A55-5DB6-DD0CF809DE60}"/>
                </a:ext>
              </a:extLst>
            </p:cNvPr>
            <p:cNvSpPr/>
            <p:nvPr/>
          </p:nvSpPr>
          <p:spPr>
            <a:xfrm rot="4517495" flipH="1">
              <a:off x="6456179" y="1267571"/>
              <a:ext cx="1086888" cy="914400"/>
            </a:xfrm>
            <a:prstGeom prst="arc">
              <a:avLst>
                <a:gd name="adj1" fmla="val 16035445"/>
                <a:gd name="adj2" fmla="val 19925165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0" name="Arc 459">
              <a:extLst>
                <a:ext uri="{FF2B5EF4-FFF2-40B4-BE49-F238E27FC236}">
                  <a16:creationId xmlns:a16="http://schemas.microsoft.com/office/drawing/2014/main" id="{CFBC7009-E502-151D-F6CE-18E24210C333}"/>
                </a:ext>
              </a:extLst>
            </p:cNvPr>
            <p:cNvSpPr/>
            <p:nvPr/>
          </p:nvSpPr>
          <p:spPr>
            <a:xfrm rot="5400000" flipH="1">
              <a:off x="5789195" y="1144720"/>
              <a:ext cx="1400388" cy="914400"/>
            </a:xfrm>
            <a:prstGeom prst="arc">
              <a:avLst>
                <a:gd name="adj1" fmla="val 16035445"/>
                <a:gd name="adj2" fmla="val 17624159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1" name="Arc 460">
              <a:extLst>
                <a:ext uri="{FF2B5EF4-FFF2-40B4-BE49-F238E27FC236}">
                  <a16:creationId xmlns:a16="http://schemas.microsoft.com/office/drawing/2014/main" id="{22269773-B4B0-F06E-7B37-EB837BCC50ED}"/>
                </a:ext>
              </a:extLst>
            </p:cNvPr>
            <p:cNvSpPr/>
            <p:nvPr/>
          </p:nvSpPr>
          <p:spPr>
            <a:xfrm rot="16675982">
              <a:off x="6147291" y="1570383"/>
              <a:ext cx="1086888" cy="914400"/>
            </a:xfrm>
            <a:prstGeom prst="arc">
              <a:avLst>
                <a:gd name="adj1" fmla="val 16035445"/>
                <a:gd name="adj2" fmla="val 17631695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2" name="Arc 461">
              <a:extLst>
                <a:ext uri="{FF2B5EF4-FFF2-40B4-BE49-F238E27FC236}">
                  <a16:creationId xmlns:a16="http://schemas.microsoft.com/office/drawing/2014/main" id="{6CFA37E5-3335-45E9-A372-9827DFD91CCA}"/>
                </a:ext>
              </a:extLst>
            </p:cNvPr>
            <p:cNvSpPr/>
            <p:nvPr/>
          </p:nvSpPr>
          <p:spPr>
            <a:xfrm rot="14131371">
              <a:off x="6909251" y="1452079"/>
              <a:ext cx="1086888" cy="914400"/>
            </a:xfrm>
            <a:prstGeom prst="arc">
              <a:avLst>
                <a:gd name="adj1" fmla="val 15931184"/>
                <a:gd name="adj2" fmla="val 17965304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3" name="Arc 462">
              <a:extLst>
                <a:ext uri="{FF2B5EF4-FFF2-40B4-BE49-F238E27FC236}">
                  <a16:creationId xmlns:a16="http://schemas.microsoft.com/office/drawing/2014/main" id="{2D0A25D1-63DA-E25A-334D-7732EC41C3B8}"/>
                </a:ext>
              </a:extLst>
            </p:cNvPr>
            <p:cNvSpPr/>
            <p:nvPr/>
          </p:nvSpPr>
          <p:spPr>
            <a:xfrm rot="7468629" flipH="1">
              <a:off x="6427552" y="1464929"/>
              <a:ext cx="1086888" cy="914400"/>
            </a:xfrm>
            <a:prstGeom prst="arc">
              <a:avLst>
                <a:gd name="adj1" fmla="val 16359259"/>
                <a:gd name="adj2" fmla="val 18032613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4" name="Arc 463">
              <a:extLst>
                <a:ext uri="{FF2B5EF4-FFF2-40B4-BE49-F238E27FC236}">
                  <a16:creationId xmlns:a16="http://schemas.microsoft.com/office/drawing/2014/main" id="{114D3CA6-35C2-97E3-E59B-F98369EFC8F0}"/>
                </a:ext>
              </a:extLst>
            </p:cNvPr>
            <p:cNvSpPr/>
            <p:nvPr/>
          </p:nvSpPr>
          <p:spPr>
            <a:xfrm rot="17616011">
              <a:off x="6700358" y="2711152"/>
              <a:ext cx="694454" cy="310019"/>
            </a:xfrm>
            <a:prstGeom prst="arc">
              <a:avLst>
                <a:gd name="adj1" fmla="val 17167386"/>
                <a:gd name="adj2" fmla="val 20649643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5" name="Arc 464">
              <a:extLst>
                <a:ext uri="{FF2B5EF4-FFF2-40B4-BE49-F238E27FC236}">
                  <a16:creationId xmlns:a16="http://schemas.microsoft.com/office/drawing/2014/main" id="{8DE8C710-E585-A2F6-70B5-F6E063CD3C27}"/>
                </a:ext>
              </a:extLst>
            </p:cNvPr>
            <p:cNvSpPr/>
            <p:nvPr/>
          </p:nvSpPr>
          <p:spPr>
            <a:xfrm rot="15550901">
              <a:off x="7014660" y="2760100"/>
              <a:ext cx="694454" cy="310019"/>
            </a:xfrm>
            <a:prstGeom prst="arc">
              <a:avLst>
                <a:gd name="adj1" fmla="val 18557742"/>
                <a:gd name="adj2" fmla="val 20740977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7" name="Forme libre : forme 466">
              <a:extLst>
                <a:ext uri="{FF2B5EF4-FFF2-40B4-BE49-F238E27FC236}">
                  <a16:creationId xmlns:a16="http://schemas.microsoft.com/office/drawing/2014/main" id="{13F482BB-D468-5241-21F2-3C730A0A609F}"/>
                </a:ext>
              </a:extLst>
            </p:cNvPr>
            <p:cNvSpPr/>
            <p:nvPr/>
          </p:nvSpPr>
          <p:spPr>
            <a:xfrm>
              <a:off x="6499762" y="3047451"/>
              <a:ext cx="273844" cy="173832"/>
            </a:xfrm>
            <a:custGeom>
              <a:avLst/>
              <a:gdLst>
                <a:gd name="connsiteX0" fmla="*/ 273844 w 273844"/>
                <a:gd name="connsiteY0" fmla="*/ 0 h 173832"/>
                <a:gd name="connsiteX1" fmla="*/ 204787 w 273844"/>
                <a:gd name="connsiteY1" fmla="*/ 85725 h 173832"/>
                <a:gd name="connsiteX2" fmla="*/ 80962 w 273844"/>
                <a:gd name="connsiteY2" fmla="*/ 50007 h 173832"/>
                <a:gd name="connsiteX3" fmla="*/ 0 w 273844"/>
                <a:gd name="connsiteY3" fmla="*/ 173832 h 17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844" h="173832">
                  <a:moveTo>
                    <a:pt x="273844" y="0"/>
                  </a:moveTo>
                  <a:cubicBezTo>
                    <a:pt x="255389" y="38695"/>
                    <a:pt x="236934" y="77391"/>
                    <a:pt x="204787" y="85725"/>
                  </a:cubicBezTo>
                  <a:cubicBezTo>
                    <a:pt x="172640" y="94059"/>
                    <a:pt x="115093" y="35323"/>
                    <a:pt x="80962" y="50007"/>
                  </a:cubicBezTo>
                  <a:cubicBezTo>
                    <a:pt x="46831" y="64692"/>
                    <a:pt x="23415" y="119262"/>
                    <a:pt x="0" y="173832"/>
                  </a:cubicBezTo>
                </a:path>
              </a:pathLst>
            </a:custGeom>
            <a:noFill/>
            <a:ln>
              <a:solidFill>
                <a:srgbClr val="8C2D04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8" name="Arc 467">
              <a:extLst>
                <a:ext uri="{FF2B5EF4-FFF2-40B4-BE49-F238E27FC236}">
                  <a16:creationId xmlns:a16="http://schemas.microsoft.com/office/drawing/2014/main" id="{7D9F4254-B606-D98F-CCE8-A05807F878FD}"/>
                </a:ext>
              </a:extLst>
            </p:cNvPr>
            <p:cNvSpPr/>
            <p:nvPr/>
          </p:nvSpPr>
          <p:spPr>
            <a:xfrm rot="3895359" flipH="1">
              <a:off x="7075578" y="2789643"/>
              <a:ext cx="1067899" cy="334905"/>
            </a:xfrm>
            <a:prstGeom prst="arc">
              <a:avLst>
                <a:gd name="adj1" fmla="val 18557742"/>
                <a:gd name="adj2" fmla="val 21161948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9" name="Arc 468">
              <a:extLst>
                <a:ext uri="{FF2B5EF4-FFF2-40B4-BE49-F238E27FC236}">
                  <a16:creationId xmlns:a16="http://schemas.microsoft.com/office/drawing/2014/main" id="{CD69CC8B-07BF-14B7-66F7-64B699440523}"/>
                </a:ext>
              </a:extLst>
            </p:cNvPr>
            <p:cNvSpPr/>
            <p:nvPr/>
          </p:nvSpPr>
          <p:spPr>
            <a:xfrm rot="13568966">
              <a:off x="7178899" y="3134667"/>
              <a:ext cx="694454" cy="310019"/>
            </a:xfrm>
            <a:prstGeom prst="arc">
              <a:avLst>
                <a:gd name="adj1" fmla="val 18985693"/>
                <a:gd name="adj2" fmla="val 20740977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0" name="Arc 469">
              <a:extLst>
                <a:ext uri="{FF2B5EF4-FFF2-40B4-BE49-F238E27FC236}">
                  <a16:creationId xmlns:a16="http://schemas.microsoft.com/office/drawing/2014/main" id="{259AF51F-0B82-ED59-65AB-C5D23661EBD3}"/>
                </a:ext>
              </a:extLst>
            </p:cNvPr>
            <p:cNvSpPr/>
            <p:nvPr/>
          </p:nvSpPr>
          <p:spPr>
            <a:xfrm rot="7230521" flipH="1">
              <a:off x="6947449" y="3148967"/>
              <a:ext cx="1067899" cy="334905"/>
            </a:xfrm>
            <a:prstGeom prst="arc">
              <a:avLst>
                <a:gd name="adj1" fmla="val 18557742"/>
                <a:gd name="adj2" fmla="val 20474478"/>
              </a:avLst>
            </a:prstGeom>
            <a:ln>
              <a:solidFill>
                <a:srgbClr val="8C2D0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71" name="ZoneTexte 470">
            <a:extLst>
              <a:ext uri="{FF2B5EF4-FFF2-40B4-BE49-F238E27FC236}">
                <a16:creationId xmlns:a16="http://schemas.microsoft.com/office/drawing/2014/main" id="{DAE88ACC-192A-DE0B-0833-4CFF9757504A}"/>
              </a:ext>
            </a:extLst>
          </p:cNvPr>
          <p:cNvSpPr txBox="1"/>
          <p:nvPr/>
        </p:nvSpPr>
        <p:spPr>
          <a:xfrm>
            <a:off x="-998535" y="-950039"/>
            <a:ext cx="1522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LGP Agent</a:t>
            </a:r>
            <a:endParaRPr lang="en-CA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2" name="ZoneTexte 471">
            <a:extLst>
              <a:ext uri="{FF2B5EF4-FFF2-40B4-BE49-F238E27FC236}">
                <a16:creationId xmlns:a16="http://schemas.microsoft.com/office/drawing/2014/main" id="{6A4B2EAB-F737-1E45-D94E-F7727FF0BD83}"/>
              </a:ext>
            </a:extLst>
          </p:cNvPr>
          <p:cNvSpPr txBox="1"/>
          <p:nvPr/>
        </p:nvSpPr>
        <p:spPr>
          <a:xfrm>
            <a:off x="1101746" y="-950039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MAPLE Agent</a:t>
            </a:r>
            <a:endParaRPr lang="en-CA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3" name="ZoneTexte 472">
            <a:extLst>
              <a:ext uri="{FF2B5EF4-FFF2-40B4-BE49-F238E27FC236}">
                <a16:creationId xmlns:a16="http://schemas.microsoft.com/office/drawing/2014/main" id="{CD1E7F8B-9131-DF53-B22E-52028A33BD3D}"/>
              </a:ext>
            </a:extLst>
          </p:cNvPr>
          <p:cNvSpPr txBox="1"/>
          <p:nvPr/>
        </p:nvSpPr>
        <p:spPr>
          <a:xfrm>
            <a:off x="3401142" y="-960704"/>
            <a:ext cx="1958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MATPG Agent</a:t>
            </a:r>
            <a:endParaRPr lang="en-CA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6" name="Ellipse 475">
            <a:extLst>
              <a:ext uri="{FF2B5EF4-FFF2-40B4-BE49-F238E27FC236}">
                <a16:creationId xmlns:a16="http://schemas.microsoft.com/office/drawing/2014/main" id="{306D7608-55D3-4022-C3F9-49A771B28C57}"/>
              </a:ext>
            </a:extLst>
          </p:cNvPr>
          <p:cNvSpPr/>
          <p:nvPr/>
        </p:nvSpPr>
        <p:spPr>
          <a:xfrm>
            <a:off x="-1161216" y="2249158"/>
            <a:ext cx="412554" cy="414001"/>
          </a:xfrm>
          <a:prstGeom prst="ellipse">
            <a:avLst/>
          </a:prstGeom>
          <a:solidFill>
            <a:srgbClr val="F169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CA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lang="en-C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7" name="ZoneTexte 476">
            <a:extLst>
              <a:ext uri="{FF2B5EF4-FFF2-40B4-BE49-F238E27FC236}">
                <a16:creationId xmlns:a16="http://schemas.microsoft.com/office/drawing/2014/main" id="{E1CE356E-51FC-6DAE-A839-CF484D08B7EA}"/>
              </a:ext>
            </a:extLst>
          </p:cNvPr>
          <p:cNvSpPr txBox="1"/>
          <p:nvPr/>
        </p:nvSpPr>
        <p:spPr>
          <a:xfrm>
            <a:off x="-727115" y="2271490"/>
            <a:ext cx="968535" cy="268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Team vertex</a:t>
            </a:r>
            <a:endParaRPr lang="en-CA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8" name="Ellipse 477">
            <a:extLst>
              <a:ext uri="{FF2B5EF4-FFF2-40B4-BE49-F238E27FC236}">
                <a16:creationId xmlns:a16="http://schemas.microsoft.com/office/drawing/2014/main" id="{44B85507-AFA6-5BA7-8C9F-11BCA3AE2EAB}"/>
              </a:ext>
            </a:extLst>
          </p:cNvPr>
          <p:cNvSpPr/>
          <p:nvPr/>
        </p:nvSpPr>
        <p:spPr>
          <a:xfrm>
            <a:off x="-1161216" y="2755468"/>
            <a:ext cx="412554" cy="414001"/>
          </a:xfrm>
          <a:prstGeom prst="ellipse">
            <a:avLst/>
          </a:prstGeom>
          <a:solidFill>
            <a:srgbClr val="41AB6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CA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479" name="ZoneTexte 478">
            <a:extLst>
              <a:ext uri="{FF2B5EF4-FFF2-40B4-BE49-F238E27FC236}">
                <a16:creationId xmlns:a16="http://schemas.microsoft.com/office/drawing/2014/main" id="{13DF4FFA-E0A6-A634-D8E3-E106B6752875}"/>
              </a:ext>
            </a:extLst>
          </p:cNvPr>
          <p:cNvSpPr txBox="1"/>
          <p:nvPr/>
        </p:nvSpPr>
        <p:spPr>
          <a:xfrm>
            <a:off x="-742227" y="2725458"/>
            <a:ext cx="1019831" cy="268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Action vertex</a:t>
            </a:r>
            <a:endParaRPr lang="en-CA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80" name="Hexagone 479">
            <a:extLst>
              <a:ext uri="{FF2B5EF4-FFF2-40B4-BE49-F238E27FC236}">
                <a16:creationId xmlns:a16="http://schemas.microsoft.com/office/drawing/2014/main" id="{6549DE53-9E14-B55B-FD00-B0A34E3712FC}"/>
              </a:ext>
            </a:extLst>
          </p:cNvPr>
          <p:cNvSpPr/>
          <p:nvPr/>
        </p:nvSpPr>
        <p:spPr>
          <a:xfrm>
            <a:off x="876557" y="2730124"/>
            <a:ext cx="360000" cy="360000"/>
          </a:xfrm>
          <a:prstGeom prst="hexagon">
            <a:avLst>
              <a:gd name="adj" fmla="val 50000"/>
              <a:gd name="vf" fmla="val 115470"/>
            </a:avLst>
          </a:prstGeom>
          <a:solidFill>
            <a:srgbClr val="005A3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</a:p>
        </p:txBody>
      </p:sp>
      <p:sp>
        <p:nvSpPr>
          <p:cNvPr id="481" name="ZoneTexte 480">
            <a:extLst>
              <a:ext uri="{FF2B5EF4-FFF2-40B4-BE49-F238E27FC236}">
                <a16:creationId xmlns:a16="http://schemas.microsoft.com/office/drawing/2014/main" id="{1974FE31-3336-6759-D929-4B42B8BF873A}"/>
              </a:ext>
            </a:extLst>
          </p:cNvPr>
          <p:cNvSpPr txBox="1"/>
          <p:nvPr/>
        </p:nvSpPr>
        <p:spPr>
          <a:xfrm>
            <a:off x="1236561" y="2703057"/>
            <a:ext cx="922047" cy="268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Action class</a:t>
            </a:r>
            <a:endParaRPr lang="en-CA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482" name="Groupe 481">
            <a:extLst>
              <a:ext uri="{FF2B5EF4-FFF2-40B4-BE49-F238E27FC236}">
                <a16:creationId xmlns:a16="http://schemas.microsoft.com/office/drawing/2014/main" id="{804ADABC-3807-41C8-3692-13766FEC90E3}"/>
              </a:ext>
            </a:extLst>
          </p:cNvPr>
          <p:cNvGrpSpPr/>
          <p:nvPr/>
        </p:nvGrpSpPr>
        <p:grpSpPr>
          <a:xfrm>
            <a:off x="924758" y="2352126"/>
            <a:ext cx="263609" cy="262801"/>
            <a:chOff x="6572241" y="1522612"/>
            <a:chExt cx="263610" cy="262800"/>
          </a:xfrm>
        </p:grpSpPr>
        <p:sp>
          <p:nvSpPr>
            <p:cNvPr id="483" name="Rectangle : coins arrondis 482">
              <a:extLst>
                <a:ext uri="{FF2B5EF4-FFF2-40B4-BE49-F238E27FC236}">
                  <a16:creationId xmlns:a16="http://schemas.microsoft.com/office/drawing/2014/main" id="{A7B5B0DE-D360-8BB3-FF9B-23B109D0DF11}"/>
                </a:ext>
              </a:extLst>
            </p:cNvPr>
            <p:cNvSpPr/>
            <p:nvPr/>
          </p:nvSpPr>
          <p:spPr>
            <a:xfrm>
              <a:off x="6572241" y="1522612"/>
              <a:ext cx="263610" cy="262800"/>
            </a:xfrm>
            <a:prstGeom prst="roundRect">
              <a:avLst>
                <a:gd name="adj" fmla="val 50000"/>
              </a:avLst>
            </a:prstGeom>
            <a:solidFill>
              <a:srgbClr val="9ECAE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84" name="Rectangle : coins arrondis 483">
              <a:extLst>
                <a:ext uri="{FF2B5EF4-FFF2-40B4-BE49-F238E27FC236}">
                  <a16:creationId xmlns:a16="http://schemas.microsoft.com/office/drawing/2014/main" id="{DF9F8921-B9C1-AE70-88E4-5018AF6C5CB3}"/>
                </a:ext>
              </a:extLst>
            </p:cNvPr>
            <p:cNvSpPr/>
            <p:nvPr/>
          </p:nvSpPr>
          <p:spPr>
            <a:xfrm>
              <a:off x="6716561" y="1588550"/>
              <a:ext cx="54000" cy="54000"/>
            </a:xfrm>
            <a:prstGeom prst="roundRect">
              <a:avLst>
                <a:gd name="adj" fmla="val 8544"/>
              </a:avLst>
            </a:prstGeom>
            <a:solidFill>
              <a:srgbClr val="4292C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85" name="Rectangle : coins arrondis 484">
              <a:extLst>
                <a:ext uri="{FF2B5EF4-FFF2-40B4-BE49-F238E27FC236}">
                  <a16:creationId xmlns:a16="http://schemas.microsoft.com/office/drawing/2014/main" id="{073EBCC4-6280-8A28-0171-658B8129B9CE}"/>
                </a:ext>
              </a:extLst>
            </p:cNvPr>
            <p:cNvSpPr/>
            <p:nvPr/>
          </p:nvSpPr>
          <p:spPr>
            <a:xfrm>
              <a:off x="6639020" y="1588550"/>
              <a:ext cx="54000" cy="54000"/>
            </a:xfrm>
            <a:prstGeom prst="roundRect">
              <a:avLst>
                <a:gd name="adj" fmla="val 8544"/>
              </a:avLst>
            </a:prstGeom>
            <a:solidFill>
              <a:srgbClr val="6BAED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86" name="Rectangle : coins arrondis 485">
              <a:extLst>
                <a:ext uri="{FF2B5EF4-FFF2-40B4-BE49-F238E27FC236}">
                  <a16:creationId xmlns:a16="http://schemas.microsoft.com/office/drawing/2014/main" id="{E0A7A425-AAE6-44AA-F34E-17BFD1006A36}"/>
                </a:ext>
              </a:extLst>
            </p:cNvPr>
            <p:cNvSpPr/>
            <p:nvPr/>
          </p:nvSpPr>
          <p:spPr>
            <a:xfrm>
              <a:off x="6636199" y="1668968"/>
              <a:ext cx="54000" cy="54000"/>
            </a:xfrm>
            <a:prstGeom prst="roundRect">
              <a:avLst>
                <a:gd name="adj" fmla="val 8544"/>
              </a:avLst>
            </a:prstGeom>
            <a:solidFill>
              <a:srgbClr val="2171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87" name="Rectangle : coins arrondis 486">
              <a:extLst>
                <a:ext uri="{FF2B5EF4-FFF2-40B4-BE49-F238E27FC236}">
                  <a16:creationId xmlns:a16="http://schemas.microsoft.com/office/drawing/2014/main" id="{81EA1A0C-51BF-B79E-EECB-462F96927D6D}"/>
                </a:ext>
              </a:extLst>
            </p:cNvPr>
            <p:cNvSpPr/>
            <p:nvPr/>
          </p:nvSpPr>
          <p:spPr>
            <a:xfrm>
              <a:off x="6716561" y="1668968"/>
              <a:ext cx="54000" cy="54000"/>
            </a:xfrm>
            <a:prstGeom prst="roundRect">
              <a:avLst>
                <a:gd name="adj" fmla="val 8544"/>
              </a:avLst>
            </a:prstGeom>
            <a:solidFill>
              <a:srgbClr val="084594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489" name="ZoneTexte 488">
            <a:extLst>
              <a:ext uri="{FF2B5EF4-FFF2-40B4-BE49-F238E27FC236}">
                <a16:creationId xmlns:a16="http://schemas.microsoft.com/office/drawing/2014/main" id="{1524E533-4386-98F2-FDF7-D57A04E2B005}"/>
              </a:ext>
            </a:extLst>
          </p:cNvPr>
          <p:cNvSpPr txBox="1"/>
          <p:nvPr/>
        </p:nvSpPr>
        <p:spPr>
          <a:xfrm>
            <a:off x="1236560" y="2296317"/>
            <a:ext cx="1138453" cy="268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Program (LGP)</a:t>
            </a:r>
            <a:endParaRPr lang="en-CA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503" name="Groupe 502">
            <a:extLst>
              <a:ext uri="{FF2B5EF4-FFF2-40B4-BE49-F238E27FC236}">
                <a16:creationId xmlns:a16="http://schemas.microsoft.com/office/drawing/2014/main" id="{5E473758-7BEF-6205-6DB9-9384F937F19D}"/>
              </a:ext>
            </a:extLst>
          </p:cNvPr>
          <p:cNvGrpSpPr/>
          <p:nvPr/>
        </p:nvGrpSpPr>
        <p:grpSpPr>
          <a:xfrm>
            <a:off x="1076018" y="-492621"/>
            <a:ext cx="2049780" cy="2216891"/>
            <a:chOff x="2873862" y="1001216"/>
            <a:chExt cx="2049780" cy="2216891"/>
          </a:xfrm>
        </p:grpSpPr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CD4F7638-063B-EFF9-44DA-618C7B43C380}"/>
                </a:ext>
              </a:extLst>
            </p:cNvPr>
            <p:cNvSpPr/>
            <p:nvPr/>
          </p:nvSpPr>
          <p:spPr>
            <a:xfrm>
              <a:off x="2873862" y="1001216"/>
              <a:ext cx="2049780" cy="2216891"/>
            </a:xfrm>
            <a:prstGeom prst="roundRect">
              <a:avLst>
                <a:gd name="adj" fmla="val 8544"/>
              </a:avLst>
            </a:prstGeom>
            <a:solidFill>
              <a:srgbClr val="A1D99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01BE861A-5886-E3C4-C2B2-0AD2E7DFDF82}"/>
                </a:ext>
              </a:extLst>
            </p:cNvPr>
            <p:cNvSpPr/>
            <p:nvPr/>
          </p:nvSpPr>
          <p:spPr>
            <a:xfrm>
              <a:off x="3674043" y="1049341"/>
              <a:ext cx="412553" cy="414000"/>
            </a:xfrm>
            <a:prstGeom prst="ellipse">
              <a:avLst/>
            </a:prstGeom>
            <a:solidFill>
              <a:srgbClr val="41AB6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</a:t>
              </a:r>
              <a:r>
                <a:rPr lang="en-CA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66" name="Hexagone 65">
              <a:extLst>
                <a:ext uri="{FF2B5EF4-FFF2-40B4-BE49-F238E27FC236}">
                  <a16:creationId xmlns:a16="http://schemas.microsoft.com/office/drawing/2014/main" id="{A66889B2-79F8-610C-11D3-BFC8B0F337F7}"/>
                </a:ext>
              </a:extLst>
            </p:cNvPr>
            <p:cNvSpPr/>
            <p:nvPr/>
          </p:nvSpPr>
          <p:spPr>
            <a:xfrm>
              <a:off x="3020220" y="2545940"/>
              <a:ext cx="360000" cy="360000"/>
            </a:xfrm>
            <a:prstGeom prst="hexagon">
              <a:avLst>
                <a:gd name="adj" fmla="val 55000"/>
                <a:gd name="vf" fmla="val 115470"/>
              </a:avLst>
            </a:prstGeom>
            <a:solidFill>
              <a:srgbClr val="005A3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67" name="Hexagone 66">
              <a:extLst>
                <a:ext uri="{FF2B5EF4-FFF2-40B4-BE49-F238E27FC236}">
                  <a16:creationId xmlns:a16="http://schemas.microsoft.com/office/drawing/2014/main" id="{7FEC0129-EDFA-4482-2D1B-0991A4F1C8C2}"/>
                </a:ext>
              </a:extLst>
            </p:cNvPr>
            <p:cNvSpPr/>
            <p:nvPr/>
          </p:nvSpPr>
          <p:spPr>
            <a:xfrm>
              <a:off x="3473373" y="2725940"/>
              <a:ext cx="360000" cy="360000"/>
            </a:xfrm>
            <a:prstGeom prst="hexagon">
              <a:avLst>
                <a:gd name="adj" fmla="val 55000"/>
                <a:gd name="vf" fmla="val 115470"/>
              </a:avLst>
            </a:prstGeom>
            <a:solidFill>
              <a:srgbClr val="005A3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sp>
          <p:nvSpPr>
            <p:cNvPr id="68" name="Hexagone 67">
              <a:extLst>
                <a:ext uri="{FF2B5EF4-FFF2-40B4-BE49-F238E27FC236}">
                  <a16:creationId xmlns:a16="http://schemas.microsoft.com/office/drawing/2014/main" id="{E07B89DD-8984-950A-932C-550DFC4099C0}"/>
                </a:ext>
              </a:extLst>
            </p:cNvPr>
            <p:cNvSpPr/>
            <p:nvPr/>
          </p:nvSpPr>
          <p:spPr>
            <a:xfrm>
              <a:off x="3926526" y="2725940"/>
              <a:ext cx="360000" cy="360000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rgbClr val="005A3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69" name="Hexagone 68">
              <a:extLst>
                <a:ext uri="{FF2B5EF4-FFF2-40B4-BE49-F238E27FC236}">
                  <a16:creationId xmlns:a16="http://schemas.microsoft.com/office/drawing/2014/main" id="{BC0F94A1-4671-7324-8146-7358125184E6}"/>
                </a:ext>
              </a:extLst>
            </p:cNvPr>
            <p:cNvSpPr/>
            <p:nvPr/>
          </p:nvSpPr>
          <p:spPr>
            <a:xfrm>
              <a:off x="4381052" y="2534848"/>
              <a:ext cx="360000" cy="360000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rgbClr val="005A3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</a:t>
              </a:r>
            </a:p>
          </p:txBody>
        </p:sp>
        <p:cxnSp>
          <p:nvCxnSpPr>
            <p:cNvPr id="77" name="Connecteur droit avec flèche 76">
              <a:extLst>
                <a:ext uri="{FF2B5EF4-FFF2-40B4-BE49-F238E27FC236}">
                  <a16:creationId xmlns:a16="http://schemas.microsoft.com/office/drawing/2014/main" id="{389238ED-E17B-DD68-CF7F-DA6444B79F01}"/>
                </a:ext>
              </a:extLst>
            </p:cNvPr>
            <p:cNvCxnSpPr>
              <a:cxnSpLocks/>
            </p:cNvCxnSpPr>
            <p:nvPr/>
          </p:nvCxnSpPr>
          <p:spPr>
            <a:xfrm>
              <a:off x="4561995" y="2137233"/>
              <a:ext cx="0" cy="333233"/>
            </a:xfrm>
            <a:prstGeom prst="straightConnector1">
              <a:avLst/>
            </a:prstGeom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Forme libre : forme 87">
              <a:extLst>
                <a:ext uri="{FF2B5EF4-FFF2-40B4-BE49-F238E27FC236}">
                  <a16:creationId xmlns:a16="http://schemas.microsoft.com/office/drawing/2014/main" id="{0CFE5C7C-FADA-CE01-4477-7294CCEAF4D8}"/>
                </a:ext>
              </a:extLst>
            </p:cNvPr>
            <p:cNvSpPr/>
            <p:nvPr/>
          </p:nvSpPr>
          <p:spPr>
            <a:xfrm flipH="1">
              <a:off x="3930648" y="1466409"/>
              <a:ext cx="128527" cy="473388"/>
            </a:xfrm>
            <a:custGeom>
              <a:avLst/>
              <a:gdLst>
                <a:gd name="connsiteX0" fmla="*/ 43140 w 97119"/>
                <a:gd name="connsiteY0" fmla="*/ 0 h 428625"/>
                <a:gd name="connsiteX1" fmla="*/ 1865 w 97119"/>
                <a:gd name="connsiteY1" fmla="*/ 123825 h 428625"/>
                <a:gd name="connsiteX2" fmla="*/ 97115 w 97119"/>
                <a:gd name="connsiteY2" fmla="*/ 263525 h 428625"/>
                <a:gd name="connsiteX3" fmla="*/ 5040 w 97119"/>
                <a:gd name="connsiteY3" fmla="*/ 428625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119" h="428625">
                  <a:moveTo>
                    <a:pt x="43140" y="0"/>
                  </a:moveTo>
                  <a:cubicBezTo>
                    <a:pt x="18004" y="39952"/>
                    <a:pt x="-7131" y="79904"/>
                    <a:pt x="1865" y="123825"/>
                  </a:cubicBezTo>
                  <a:cubicBezTo>
                    <a:pt x="10861" y="167746"/>
                    <a:pt x="96586" y="212725"/>
                    <a:pt x="97115" y="263525"/>
                  </a:cubicBezTo>
                  <a:cubicBezTo>
                    <a:pt x="97644" y="314325"/>
                    <a:pt x="51342" y="371475"/>
                    <a:pt x="5040" y="428625"/>
                  </a:cubicBezTo>
                </a:path>
              </a:pathLst>
            </a:custGeom>
            <a:noFill/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22B022E-FF2A-652E-335C-61E46ADEEF09}"/>
                </a:ext>
              </a:extLst>
            </p:cNvPr>
            <p:cNvGrpSpPr/>
            <p:nvPr/>
          </p:nvGrpSpPr>
          <p:grpSpPr>
            <a:xfrm>
              <a:off x="3065911" y="1812116"/>
              <a:ext cx="263609" cy="262801"/>
              <a:chOff x="6572241" y="1522612"/>
              <a:chExt cx="263610" cy="262800"/>
            </a:xfrm>
          </p:grpSpPr>
          <p:sp>
            <p:nvSpPr>
              <p:cNvPr id="45" name="Rectangle : coins arrondis 44">
                <a:extLst>
                  <a:ext uri="{FF2B5EF4-FFF2-40B4-BE49-F238E27FC236}">
                    <a16:creationId xmlns:a16="http://schemas.microsoft.com/office/drawing/2014/main" id="{DA8C0714-3F6C-1DF1-9C86-8A97B98A073D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7" name="Rectangle : coins arrondis 46">
                <a:extLst>
                  <a:ext uri="{FF2B5EF4-FFF2-40B4-BE49-F238E27FC236}">
                    <a16:creationId xmlns:a16="http://schemas.microsoft.com/office/drawing/2014/main" id="{7F307ABF-583C-170B-609D-622519917A80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181FDF69-8B3B-8ED6-719E-F16B8C5465E9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8BB10A4E-ED4C-FF59-F1C5-3C5D167D1F64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18508360-A915-7248-24F8-0B1AC7D2ADB7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FDD23ACC-DC43-FDE8-A030-CEAA58852678}"/>
                </a:ext>
              </a:extLst>
            </p:cNvPr>
            <p:cNvGrpSpPr/>
            <p:nvPr/>
          </p:nvGrpSpPr>
          <p:grpSpPr>
            <a:xfrm>
              <a:off x="3515520" y="1963876"/>
              <a:ext cx="263609" cy="262801"/>
              <a:chOff x="6572241" y="1522612"/>
              <a:chExt cx="263610" cy="262800"/>
            </a:xfrm>
          </p:grpSpPr>
          <p:sp>
            <p:nvSpPr>
              <p:cNvPr id="52" name="Rectangle : coins arrondis 51">
                <a:extLst>
                  <a:ext uri="{FF2B5EF4-FFF2-40B4-BE49-F238E27FC236}">
                    <a16:creationId xmlns:a16="http://schemas.microsoft.com/office/drawing/2014/main" id="{5079EADD-E7E9-09A0-B322-BD81AD8D3EF5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3" name="Rectangle : coins arrondis 52">
                <a:extLst>
                  <a:ext uri="{FF2B5EF4-FFF2-40B4-BE49-F238E27FC236}">
                    <a16:creationId xmlns:a16="http://schemas.microsoft.com/office/drawing/2014/main" id="{208EBC40-6116-8699-0551-256C07A3B2DA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4" name="Rectangle : coins arrondis 53">
                <a:extLst>
                  <a:ext uri="{FF2B5EF4-FFF2-40B4-BE49-F238E27FC236}">
                    <a16:creationId xmlns:a16="http://schemas.microsoft.com/office/drawing/2014/main" id="{817917DE-CCCB-C617-2F8F-D8B892A4AC8A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5" name="Rectangle : coins arrondis 54">
                <a:extLst>
                  <a:ext uri="{FF2B5EF4-FFF2-40B4-BE49-F238E27FC236}">
                    <a16:creationId xmlns:a16="http://schemas.microsoft.com/office/drawing/2014/main" id="{18848986-DDF5-75FA-CF9D-24BB03B45D3A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6" name="Rectangle : coins arrondis 55">
                <a:extLst>
                  <a:ext uri="{FF2B5EF4-FFF2-40B4-BE49-F238E27FC236}">
                    <a16:creationId xmlns:a16="http://schemas.microsoft.com/office/drawing/2014/main" id="{A3DCA726-4A48-3BA6-0218-3DAFAB84DC21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6AA5FAB6-ABD4-145B-D822-2D67B0D96EA8}"/>
                </a:ext>
              </a:extLst>
            </p:cNvPr>
            <p:cNvGrpSpPr/>
            <p:nvPr/>
          </p:nvGrpSpPr>
          <p:grpSpPr>
            <a:xfrm>
              <a:off x="3977973" y="1963876"/>
              <a:ext cx="263609" cy="262801"/>
              <a:chOff x="6572241" y="1522612"/>
              <a:chExt cx="263610" cy="262800"/>
            </a:xfrm>
          </p:grpSpPr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4F1FA1D8-C66F-6BAE-718C-4CBBC1893C3F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9" name="Rectangle : coins arrondis 58">
                <a:extLst>
                  <a:ext uri="{FF2B5EF4-FFF2-40B4-BE49-F238E27FC236}">
                    <a16:creationId xmlns:a16="http://schemas.microsoft.com/office/drawing/2014/main" id="{3B7CD30A-025D-3616-89BC-1CC1E3268FA7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60" name="Rectangle : coins arrondis 59">
                <a:extLst>
                  <a:ext uri="{FF2B5EF4-FFF2-40B4-BE49-F238E27FC236}">
                    <a16:creationId xmlns:a16="http://schemas.microsoft.com/office/drawing/2014/main" id="{538FDDB1-E26A-88F2-DF16-D73B8D7E8AFF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61" name="Rectangle : coins arrondis 60">
                <a:extLst>
                  <a:ext uri="{FF2B5EF4-FFF2-40B4-BE49-F238E27FC236}">
                    <a16:creationId xmlns:a16="http://schemas.microsoft.com/office/drawing/2014/main" id="{6FE51598-8F0F-2714-8F8C-AA42D34685D9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62" name="Rectangle : coins arrondis 61">
                <a:extLst>
                  <a:ext uri="{FF2B5EF4-FFF2-40B4-BE49-F238E27FC236}">
                    <a16:creationId xmlns:a16="http://schemas.microsoft.com/office/drawing/2014/main" id="{E6A982DD-3D92-62D6-626D-48AF8519F7E7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FF382D85-9AB4-CA59-FEC6-58D27EC0126B}"/>
                </a:ext>
              </a:extLst>
            </p:cNvPr>
            <p:cNvGrpSpPr/>
            <p:nvPr/>
          </p:nvGrpSpPr>
          <p:grpSpPr>
            <a:xfrm>
              <a:off x="4429247" y="1807405"/>
              <a:ext cx="263609" cy="262801"/>
              <a:chOff x="6572241" y="1522612"/>
              <a:chExt cx="263610" cy="262800"/>
            </a:xfrm>
          </p:grpSpPr>
          <p:sp>
            <p:nvSpPr>
              <p:cNvPr id="466" name="Rectangle : coins arrondis 465">
                <a:extLst>
                  <a:ext uri="{FF2B5EF4-FFF2-40B4-BE49-F238E27FC236}">
                    <a16:creationId xmlns:a16="http://schemas.microsoft.com/office/drawing/2014/main" id="{F2DA6FD6-9FDD-B69F-597B-FBF4EA447BE6}"/>
                  </a:ext>
                </a:extLst>
              </p:cNvPr>
              <p:cNvSpPr/>
              <p:nvPr/>
            </p:nvSpPr>
            <p:spPr>
              <a:xfrm>
                <a:off x="6572241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74" name="Rectangle : coins arrondis 473">
                <a:extLst>
                  <a:ext uri="{FF2B5EF4-FFF2-40B4-BE49-F238E27FC236}">
                    <a16:creationId xmlns:a16="http://schemas.microsoft.com/office/drawing/2014/main" id="{ACB5CF8F-9CB1-8214-1083-7C02FCF460FF}"/>
                  </a:ext>
                </a:extLst>
              </p:cNvPr>
              <p:cNvSpPr/>
              <p:nvPr/>
            </p:nvSpPr>
            <p:spPr>
              <a:xfrm>
                <a:off x="6716561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/>
              </a:p>
            </p:txBody>
          </p:sp>
          <p:sp>
            <p:nvSpPr>
              <p:cNvPr id="475" name="Rectangle : coins arrondis 474">
                <a:extLst>
                  <a:ext uri="{FF2B5EF4-FFF2-40B4-BE49-F238E27FC236}">
                    <a16:creationId xmlns:a16="http://schemas.microsoft.com/office/drawing/2014/main" id="{812F8252-6BFF-2F6F-B2AA-89D307880E11}"/>
                  </a:ext>
                </a:extLst>
              </p:cNvPr>
              <p:cNvSpPr/>
              <p:nvPr/>
            </p:nvSpPr>
            <p:spPr>
              <a:xfrm>
                <a:off x="6639020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/>
              </a:p>
            </p:txBody>
          </p:sp>
          <p:sp>
            <p:nvSpPr>
              <p:cNvPr id="491" name="Rectangle : coins arrondis 490">
                <a:extLst>
                  <a:ext uri="{FF2B5EF4-FFF2-40B4-BE49-F238E27FC236}">
                    <a16:creationId xmlns:a16="http://schemas.microsoft.com/office/drawing/2014/main" id="{8E95DF56-A7F4-0A8A-D877-536D6576830A}"/>
                  </a:ext>
                </a:extLst>
              </p:cNvPr>
              <p:cNvSpPr/>
              <p:nvPr/>
            </p:nvSpPr>
            <p:spPr>
              <a:xfrm>
                <a:off x="6636199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/>
              </a:p>
            </p:txBody>
          </p:sp>
          <p:sp>
            <p:nvSpPr>
              <p:cNvPr id="492" name="Rectangle : coins arrondis 491">
                <a:extLst>
                  <a:ext uri="{FF2B5EF4-FFF2-40B4-BE49-F238E27FC236}">
                    <a16:creationId xmlns:a16="http://schemas.microsoft.com/office/drawing/2014/main" id="{4DED349C-2B5D-4C2C-2CFE-4BE5234C029D}"/>
                  </a:ext>
                </a:extLst>
              </p:cNvPr>
              <p:cNvSpPr/>
              <p:nvPr/>
            </p:nvSpPr>
            <p:spPr>
              <a:xfrm>
                <a:off x="671656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/>
              </a:p>
            </p:txBody>
          </p:sp>
        </p:grpSp>
        <p:cxnSp>
          <p:nvCxnSpPr>
            <p:cNvPr id="494" name="Connecteur droit avec flèche 493">
              <a:extLst>
                <a:ext uri="{FF2B5EF4-FFF2-40B4-BE49-F238E27FC236}">
                  <a16:creationId xmlns:a16="http://schemas.microsoft.com/office/drawing/2014/main" id="{BEA0DB59-8ED4-3D25-5AEC-F9FB65ECE3D8}"/>
                </a:ext>
              </a:extLst>
            </p:cNvPr>
            <p:cNvCxnSpPr>
              <a:cxnSpLocks/>
            </p:cNvCxnSpPr>
            <p:nvPr/>
          </p:nvCxnSpPr>
          <p:spPr>
            <a:xfrm>
              <a:off x="3197715" y="2148913"/>
              <a:ext cx="0" cy="333233"/>
            </a:xfrm>
            <a:prstGeom prst="straightConnector1">
              <a:avLst/>
            </a:prstGeom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Connecteur droit avec flèche 494">
              <a:extLst>
                <a:ext uri="{FF2B5EF4-FFF2-40B4-BE49-F238E27FC236}">
                  <a16:creationId xmlns:a16="http://schemas.microsoft.com/office/drawing/2014/main" id="{0F011EDE-CA7A-BC0E-8B64-03334EE01EFC}"/>
                </a:ext>
              </a:extLst>
            </p:cNvPr>
            <p:cNvCxnSpPr>
              <a:cxnSpLocks/>
            </p:cNvCxnSpPr>
            <p:nvPr/>
          </p:nvCxnSpPr>
          <p:spPr>
            <a:xfrm>
              <a:off x="3646668" y="2315529"/>
              <a:ext cx="0" cy="333233"/>
            </a:xfrm>
            <a:prstGeom prst="straightConnector1">
              <a:avLst/>
            </a:prstGeom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eur droit avec flèche 495">
              <a:extLst>
                <a:ext uri="{FF2B5EF4-FFF2-40B4-BE49-F238E27FC236}">
                  <a16:creationId xmlns:a16="http://schemas.microsoft.com/office/drawing/2014/main" id="{1D6333E4-9BF5-5DED-B65F-15B8CBDB3FEA}"/>
                </a:ext>
              </a:extLst>
            </p:cNvPr>
            <p:cNvCxnSpPr>
              <a:cxnSpLocks/>
            </p:cNvCxnSpPr>
            <p:nvPr/>
          </p:nvCxnSpPr>
          <p:spPr>
            <a:xfrm>
              <a:off x="4106526" y="2315528"/>
              <a:ext cx="0" cy="333233"/>
            </a:xfrm>
            <a:prstGeom prst="straightConnector1">
              <a:avLst/>
            </a:prstGeom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7" name="Forme libre : forme 496">
              <a:extLst>
                <a:ext uri="{FF2B5EF4-FFF2-40B4-BE49-F238E27FC236}">
                  <a16:creationId xmlns:a16="http://schemas.microsoft.com/office/drawing/2014/main" id="{A70B9EC1-ABAF-FEF2-B750-B9F2CA6098F0}"/>
                </a:ext>
              </a:extLst>
            </p:cNvPr>
            <p:cNvSpPr/>
            <p:nvPr/>
          </p:nvSpPr>
          <p:spPr>
            <a:xfrm>
              <a:off x="3704846" y="1472782"/>
              <a:ext cx="128527" cy="464676"/>
            </a:xfrm>
            <a:custGeom>
              <a:avLst/>
              <a:gdLst>
                <a:gd name="connsiteX0" fmla="*/ 43140 w 97119"/>
                <a:gd name="connsiteY0" fmla="*/ 0 h 428625"/>
                <a:gd name="connsiteX1" fmla="*/ 1865 w 97119"/>
                <a:gd name="connsiteY1" fmla="*/ 123825 h 428625"/>
                <a:gd name="connsiteX2" fmla="*/ 97115 w 97119"/>
                <a:gd name="connsiteY2" fmla="*/ 263525 h 428625"/>
                <a:gd name="connsiteX3" fmla="*/ 5040 w 97119"/>
                <a:gd name="connsiteY3" fmla="*/ 428625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119" h="428625">
                  <a:moveTo>
                    <a:pt x="43140" y="0"/>
                  </a:moveTo>
                  <a:cubicBezTo>
                    <a:pt x="18004" y="39952"/>
                    <a:pt x="-7131" y="79904"/>
                    <a:pt x="1865" y="123825"/>
                  </a:cubicBezTo>
                  <a:cubicBezTo>
                    <a:pt x="10861" y="167746"/>
                    <a:pt x="96586" y="212725"/>
                    <a:pt x="97115" y="263525"/>
                  </a:cubicBezTo>
                  <a:cubicBezTo>
                    <a:pt x="97644" y="314325"/>
                    <a:pt x="51342" y="371475"/>
                    <a:pt x="5040" y="428625"/>
                  </a:cubicBezTo>
                </a:path>
              </a:pathLst>
            </a:custGeom>
            <a:noFill/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1" name="Forme libre : forme 500">
              <a:extLst>
                <a:ext uri="{FF2B5EF4-FFF2-40B4-BE49-F238E27FC236}">
                  <a16:creationId xmlns:a16="http://schemas.microsoft.com/office/drawing/2014/main" id="{5B37C0B8-B6EC-D11E-01D5-CC6C2B2D12C2}"/>
                </a:ext>
              </a:extLst>
            </p:cNvPr>
            <p:cNvSpPr/>
            <p:nvPr/>
          </p:nvSpPr>
          <p:spPr>
            <a:xfrm>
              <a:off x="3221831" y="1274986"/>
              <a:ext cx="454819" cy="491902"/>
            </a:xfrm>
            <a:custGeom>
              <a:avLst/>
              <a:gdLst>
                <a:gd name="connsiteX0" fmla="*/ 454819 w 454819"/>
                <a:gd name="connsiteY0" fmla="*/ 134714 h 491902"/>
                <a:gd name="connsiteX1" fmla="*/ 309563 w 454819"/>
                <a:gd name="connsiteY1" fmla="*/ 179958 h 491902"/>
                <a:gd name="connsiteX2" fmla="*/ 173832 w 454819"/>
                <a:gd name="connsiteY2" fmla="*/ 8508 h 491902"/>
                <a:gd name="connsiteX3" fmla="*/ 0 w 454819"/>
                <a:gd name="connsiteY3" fmla="*/ 491902 h 49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4819" h="491902">
                  <a:moveTo>
                    <a:pt x="454819" y="134714"/>
                  </a:moveTo>
                  <a:cubicBezTo>
                    <a:pt x="405606" y="167853"/>
                    <a:pt x="356394" y="200992"/>
                    <a:pt x="309563" y="179958"/>
                  </a:cubicBezTo>
                  <a:cubicBezTo>
                    <a:pt x="262732" y="158924"/>
                    <a:pt x="225426" y="-43483"/>
                    <a:pt x="173832" y="8508"/>
                  </a:cubicBezTo>
                  <a:cubicBezTo>
                    <a:pt x="122238" y="60499"/>
                    <a:pt x="61119" y="276200"/>
                    <a:pt x="0" y="491902"/>
                  </a:cubicBezTo>
                </a:path>
              </a:pathLst>
            </a:custGeom>
            <a:noFill/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2" name="Forme libre : forme 501">
              <a:extLst>
                <a:ext uri="{FF2B5EF4-FFF2-40B4-BE49-F238E27FC236}">
                  <a16:creationId xmlns:a16="http://schemas.microsoft.com/office/drawing/2014/main" id="{43CBD7B4-2353-A09B-BD0E-7433B74F072F}"/>
                </a:ext>
              </a:extLst>
            </p:cNvPr>
            <p:cNvSpPr/>
            <p:nvPr/>
          </p:nvSpPr>
          <p:spPr>
            <a:xfrm flipH="1">
              <a:off x="4068362" y="1274986"/>
              <a:ext cx="454819" cy="491902"/>
            </a:xfrm>
            <a:custGeom>
              <a:avLst/>
              <a:gdLst>
                <a:gd name="connsiteX0" fmla="*/ 454819 w 454819"/>
                <a:gd name="connsiteY0" fmla="*/ 134714 h 491902"/>
                <a:gd name="connsiteX1" fmla="*/ 309563 w 454819"/>
                <a:gd name="connsiteY1" fmla="*/ 179958 h 491902"/>
                <a:gd name="connsiteX2" fmla="*/ 173832 w 454819"/>
                <a:gd name="connsiteY2" fmla="*/ 8508 h 491902"/>
                <a:gd name="connsiteX3" fmla="*/ 0 w 454819"/>
                <a:gd name="connsiteY3" fmla="*/ 491902 h 49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4819" h="491902">
                  <a:moveTo>
                    <a:pt x="454819" y="134714"/>
                  </a:moveTo>
                  <a:cubicBezTo>
                    <a:pt x="405606" y="167853"/>
                    <a:pt x="356394" y="200992"/>
                    <a:pt x="309563" y="179958"/>
                  </a:cubicBezTo>
                  <a:cubicBezTo>
                    <a:pt x="262732" y="158924"/>
                    <a:pt x="225426" y="-43483"/>
                    <a:pt x="173832" y="8508"/>
                  </a:cubicBezTo>
                  <a:cubicBezTo>
                    <a:pt x="122238" y="60499"/>
                    <a:pt x="61119" y="276200"/>
                    <a:pt x="0" y="491902"/>
                  </a:cubicBezTo>
                </a:path>
              </a:pathLst>
            </a:custGeom>
            <a:noFill/>
            <a:ln>
              <a:solidFill>
                <a:srgbClr val="238B45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5353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e 254">
            <a:extLst>
              <a:ext uri="{FF2B5EF4-FFF2-40B4-BE49-F238E27FC236}">
                <a16:creationId xmlns:a16="http://schemas.microsoft.com/office/drawing/2014/main" id="{BAA4FFB6-7990-3DDA-32C2-24D4F0DCD95D}"/>
              </a:ext>
            </a:extLst>
          </p:cNvPr>
          <p:cNvGrpSpPr/>
          <p:nvPr/>
        </p:nvGrpSpPr>
        <p:grpSpPr>
          <a:xfrm>
            <a:off x="642" y="-362"/>
            <a:ext cx="7202790" cy="4206348"/>
            <a:chOff x="1799129" y="1497012"/>
            <a:chExt cx="7202790" cy="4206348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77E75DA7-56CA-9E99-73D0-F1583882F36A}"/>
                </a:ext>
              </a:extLst>
            </p:cNvPr>
            <p:cNvSpPr/>
            <p:nvPr/>
          </p:nvSpPr>
          <p:spPr>
            <a:xfrm>
              <a:off x="1799129" y="1497012"/>
              <a:ext cx="7202790" cy="4206348"/>
            </a:xfrm>
            <a:prstGeom prst="roundRect">
              <a:avLst>
                <a:gd name="adj" fmla="val 7730"/>
              </a:avLst>
            </a:prstGeom>
            <a:solidFill>
              <a:srgbClr val="FEED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40A728DC-6BC0-2D2A-10B4-F2EA11521CA9}"/>
                </a:ext>
              </a:extLst>
            </p:cNvPr>
            <p:cNvGrpSpPr/>
            <p:nvPr/>
          </p:nvGrpSpPr>
          <p:grpSpPr>
            <a:xfrm>
              <a:off x="1899817" y="1965756"/>
              <a:ext cx="2376615" cy="2677297"/>
              <a:chOff x="1919418" y="1603293"/>
              <a:chExt cx="2376615" cy="2677298"/>
            </a:xfrm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01B96312-C949-85B6-3BDA-627809409644}"/>
                  </a:ext>
                </a:extLst>
              </p:cNvPr>
              <p:cNvSpPr/>
              <p:nvPr/>
            </p:nvSpPr>
            <p:spPr>
              <a:xfrm>
                <a:off x="1919418" y="1603293"/>
                <a:ext cx="2376615" cy="2677298"/>
              </a:xfrm>
              <a:prstGeom prst="roundRect">
                <a:avLst>
                  <a:gd name="adj" fmla="val 8544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4757C0A6-2AA5-A8CB-5B63-E6C014C6CB08}"/>
                  </a:ext>
                </a:extLst>
              </p:cNvPr>
              <p:cNvSpPr/>
              <p:nvPr/>
            </p:nvSpPr>
            <p:spPr>
              <a:xfrm>
                <a:off x="2071817" y="3774368"/>
                <a:ext cx="2080051" cy="360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Output R[0]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 : coins arrondis 7">
                    <a:extLst>
                      <a:ext uri="{FF2B5EF4-FFF2-40B4-BE49-F238E27FC236}">
                        <a16:creationId xmlns:a16="http://schemas.microsoft.com/office/drawing/2014/main" id="{4FD219DE-350C-090B-63CF-6F024F4B08F0}"/>
                      </a:ext>
                    </a:extLst>
                  </p:cNvPr>
                  <p:cNvSpPr/>
                  <p:nvPr/>
                </p:nvSpPr>
                <p:spPr>
                  <a:xfrm>
                    <a:off x="2071818" y="2547559"/>
                    <a:ext cx="2080051" cy="1188000"/>
                  </a:xfrm>
                  <a:prstGeom prst="roundRect">
                    <a:avLst>
                      <a:gd name="adj" fmla="val 3087"/>
                    </a:avLst>
                  </a:prstGeom>
                  <a:solidFill>
                    <a:srgbClr val="2171B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fr-FR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lang="fr-FR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fr-FR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fr-FR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oMath>
                      </m:oMathPara>
                    </a14:m>
                    <a:endParaRPr lang="fr-FR" dirty="0">
                      <a:ea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CA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CA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fr-FR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fr-FR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[2]</m:t>
                          </m:r>
                        </m:oMath>
                      </m:oMathPara>
                    </a14:m>
                    <a:endParaRPr lang="en-CA" dirty="0"/>
                  </a:p>
                </p:txBody>
              </p:sp>
            </mc:Choice>
            <mc:Fallback xmlns="">
              <p:sp>
                <p:nvSpPr>
                  <p:cNvPr id="8" name="Rectangle : coins arrondis 7">
                    <a:extLst>
                      <a:ext uri="{FF2B5EF4-FFF2-40B4-BE49-F238E27FC236}">
                        <a16:creationId xmlns:a16="http://schemas.microsoft.com/office/drawing/2014/main" id="{4FD219DE-350C-090B-63CF-6F024F4B08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1818" y="2547559"/>
                    <a:ext cx="2080051" cy="1188000"/>
                  </a:xfrm>
                  <a:prstGeom prst="roundRect">
                    <a:avLst>
                      <a:gd name="adj" fmla="val 3087"/>
                    </a:avLst>
                  </a:prstGeom>
                  <a:blipFill>
                    <a:blip r:embed="rId2"/>
                    <a:stretch>
                      <a:fillRect b="-404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05EB136-2E32-B53C-D10E-386B0F22FA70}"/>
                  </a:ext>
                </a:extLst>
              </p:cNvPr>
              <p:cNvSpPr/>
              <p:nvPr/>
            </p:nvSpPr>
            <p:spPr>
              <a:xfrm>
                <a:off x="2071819" y="2152141"/>
                <a:ext cx="2080051" cy="360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Inputs S</a:t>
                </a:r>
              </a:p>
            </p:txBody>
          </p:sp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AC65DE71-8FCE-9D7A-8CB5-63D73E50D333}"/>
                  </a:ext>
                </a:extLst>
              </p:cNvPr>
              <p:cNvSpPr/>
              <p:nvPr/>
            </p:nvSpPr>
            <p:spPr>
              <a:xfrm>
                <a:off x="2071819" y="1756723"/>
                <a:ext cx="2080051" cy="360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Registers R</a:t>
                </a:r>
              </a:p>
            </p:txBody>
          </p:sp>
        </p:grpSp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878C72E4-9DF5-54A3-5685-7D2FEC425524}"/>
                </a:ext>
              </a:extLst>
            </p:cNvPr>
            <p:cNvGrpSpPr/>
            <p:nvPr/>
          </p:nvGrpSpPr>
          <p:grpSpPr>
            <a:xfrm>
              <a:off x="6581170" y="1958678"/>
              <a:ext cx="2262148" cy="3516328"/>
              <a:chOff x="5747241" y="827317"/>
              <a:chExt cx="2262147" cy="3516328"/>
            </a:xfrm>
          </p:grpSpPr>
          <p:sp>
            <p:nvSpPr>
              <p:cNvPr id="51" name="Rectangle : coins arrondis 50">
                <a:extLst>
                  <a:ext uri="{FF2B5EF4-FFF2-40B4-BE49-F238E27FC236}">
                    <a16:creationId xmlns:a16="http://schemas.microsoft.com/office/drawing/2014/main" id="{F019EB11-F19B-FADF-91F6-38BE2C8A5483}"/>
                  </a:ext>
                </a:extLst>
              </p:cNvPr>
              <p:cNvSpPr/>
              <p:nvPr/>
            </p:nvSpPr>
            <p:spPr>
              <a:xfrm>
                <a:off x="5747241" y="827317"/>
                <a:ext cx="2262147" cy="3516328"/>
              </a:xfrm>
              <a:prstGeom prst="roundRect">
                <a:avLst>
                  <a:gd name="adj" fmla="val 8544"/>
                </a:avLst>
              </a:prstGeom>
              <a:solidFill>
                <a:srgbClr val="FDAE6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52" name="Groupe 51">
                <a:extLst>
                  <a:ext uri="{FF2B5EF4-FFF2-40B4-BE49-F238E27FC236}">
                    <a16:creationId xmlns:a16="http://schemas.microsoft.com/office/drawing/2014/main" id="{8939BEB3-1C78-26D6-1CCA-DF0F5D86B857}"/>
                  </a:ext>
                </a:extLst>
              </p:cNvPr>
              <p:cNvGrpSpPr/>
              <p:nvPr/>
            </p:nvGrpSpPr>
            <p:grpSpPr>
              <a:xfrm>
                <a:off x="6206241" y="1499007"/>
                <a:ext cx="263610" cy="262800"/>
                <a:chOff x="6572241" y="1522612"/>
                <a:chExt cx="263610" cy="262800"/>
              </a:xfrm>
            </p:grpSpPr>
            <p:sp>
              <p:nvSpPr>
                <p:cNvPr id="196" name="Rectangle : coins arrondis 195">
                  <a:extLst>
                    <a:ext uri="{FF2B5EF4-FFF2-40B4-BE49-F238E27FC236}">
                      <a16:creationId xmlns:a16="http://schemas.microsoft.com/office/drawing/2014/main" id="{2366B098-62A2-AD1B-A083-2308147FD6D6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97" name="Rectangle : coins arrondis 196">
                  <a:extLst>
                    <a:ext uri="{FF2B5EF4-FFF2-40B4-BE49-F238E27FC236}">
                      <a16:creationId xmlns:a16="http://schemas.microsoft.com/office/drawing/2014/main" id="{36292428-3892-49F0-6527-9B530A8927D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98" name="Rectangle : coins arrondis 197">
                  <a:extLst>
                    <a:ext uri="{FF2B5EF4-FFF2-40B4-BE49-F238E27FC236}">
                      <a16:creationId xmlns:a16="http://schemas.microsoft.com/office/drawing/2014/main" id="{C61AC200-89AD-1218-049E-9250FA630197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99" name="Rectangle : coins arrondis 198">
                  <a:extLst>
                    <a:ext uri="{FF2B5EF4-FFF2-40B4-BE49-F238E27FC236}">
                      <a16:creationId xmlns:a16="http://schemas.microsoft.com/office/drawing/2014/main" id="{07D869EA-23EE-6ABF-7A7C-B99C08A30838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00" name="Rectangle : coins arrondis 199">
                  <a:extLst>
                    <a:ext uri="{FF2B5EF4-FFF2-40B4-BE49-F238E27FC236}">
                      <a16:creationId xmlns:a16="http://schemas.microsoft.com/office/drawing/2014/main" id="{58758811-8592-92A5-89E1-9054BCB6F70A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53" name="Groupe 52">
                <a:extLst>
                  <a:ext uri="{FF2B5EF4-FFF2-40B4-BE49-F238E27FC236}">
                    <a16:creationId xmlns:a16="http://schemas.microsoft.com/office/drawing/2014/main" id="{6E4A1ADD-7B5C-09D3-EA7C-078CECA44FB6}"/>
                  </a:ext>
                </a:extLst>
              </p:cNvPr>
              <p:cNvGrpSpPr/>
              <p:nvPr/>
            </p:nvGrpSpPr>
            <p:grpSpPr>
              <a:xfrm>
                <a:off x="6820982" y="1657424"/>
                <a:ext cx="263610" cy="262800"/>
                <a:chOff x="6572241" y="1522612"/>
                <a:chExt cx="263610" cy="262800"/>
              </a:xfrm>
            </p:grpSpPr>
            <p:sp>
              <p:nvSpPr>
                <p:cNvPr id="191" name="Rectangle : coins arrondis 190">
                  <a:extLst>
                    <a:ext uri="{FF2B5EF4-FFF2-40B4-BE49-F238E27FC236}">
                      <a16:creationId xmlns:a16="http://schemas.microsoft.com/office/drawing/2014/main" id="{54164ADC-A6EC-8AD5-F5A7-D8C4F1113123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92" name="Rectangle : coins arrondis 191">
                  <a:extLst>
                    <a:ext uri="{FF2B5EF4-FFF2-40B4-BE49-F238E27FC236}">
                      <a16:creationId xmlns:a16="http://schemas.microsoft.com/office/drawing/2014/main" id="{768F6968-B454-D6C4-0AE0-5ED0E547F0E1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93" name="Rectangle : coins arrondis 192">
                  <a:extLst>
                    <a:ext uri="{FF2B5EF4-FFF2-40B4-BE49-F238E27FC236}">
                      <a16:creationId xmlns:a16="http://schemas.microsoft.com/office/drawing/2014/main" id="{F74B7A74-EED6-6E0F-57BE-4D9BFCEEC70E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94" name="Rectangle : coins arrondis 193">
                  <a:extLst>
                    <a:ext uri="{FF2B5EF4-FFF2-40B4-BE49-F238E27FC236}">
                      <a16:creationId xmlns:a16="http://schemas.microsoft.com/office/drawing/2014/main" id="{6C7E1EB1-0BAF-1021-5350-5EF32AF4A81A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95" name="Rectangle : coins arrondis 194">
                  <a:extLst>
                    <a:ext uri="{FF2B5EF4-FFF2-40B4-BE49-F238E27FC236}">
                      <a16:creationId xmlns:a16="http://schemas.microsoft.com/office/drawing/2014/main" id="{B74651C8-7709-C1BE-868F-52D93D97897E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54" name="Groupe 53">
                <a:extLst>
                  <a:ext uri="{FF2B5EF4-FFF2-40B4-BE49-F238E27FC236}">
                    <a16:creationId xmlns:a16="http://schemas.microsoft.com/office/drawing/2014/main" id="{B31C6CEC-3A95-97CE-6ACC-E50B8F9E9F89}"/>
                  </a:ext>
                </a:extLst>
              </p:cNvPr>
              <p:cNvGrpSpPr/>
              <p:nvPr/>
            </p:nvGrpSpPr>
            <p:grpSpPr>
              <a:xfrm>
                <a:off x="7330991" y="1661851"/>
                <a:ext cx="263610" cy="262800"/>
                <a:chOff x="6572241" y="1522612"/>
                <a:chExt cx="263610" cy="262800"/>
              </a:xfrm>
            </p:grpSpPr>
            <p:sp>
              <p:nvSpPr>
                <p:cNvPr id="186" name="Rectangle : coins arrondis 185">
                  <a:extLst>
                    <a:ext uri="{FF2B5EF4-FFF2-40B4-BE49-F238E27FC236}">
                      <a16:creationId xmlns:a16="http://schemas.microsoft.com/office/drawing/2014/main" id="{3C325C4D-42B8-712F-1AF2-CDCA3F4B6125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87" name="Rectangle : coins arrondis 186">
                  <a:extLst>
                    <a:ext uri="{FF2B5EF4-FFF2-40B4-BE49-F238E27FC236}">
                      <a16:creationId xmlns:a16="http://schemas.microsoft.com/office/drawing/2014/main" id="{43F61A63-6CC9-3496-B4E7-2BCD54866791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88" name="Rectangle : coins arrondis 187">
                  <a:extLst>
                    <a:ext uri="{FF2B5EF4-FFF2-40B4-BE49-F238E27FC236}">
                      <a16:creationId xmlns:a16="http://schemas.microsoft.com/office/drawing/2014/main" id="{0CF8E19C-4491-B3B3-3804-928643EBB16E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89" name="Rectangle : coins arrondis 188">
                  <a:extLst>
                    <a:ext uri="{FF2B5EF4-FFF2-40B4-BE49-F238E27FC236}">
                      <a16:creationId xmlns:a16="http://schemas.microsoft.com/office/drawing/2014/main" id="{06E9424E-397C-4C1B-7B19-5553E34D5D4A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90" name="Rectangle : coins arrondis 189">
                  <a:extLst>
                    <a:ext uri="{FF2B5EF4-FFF2-40B4-BE49-F238E27FC236}">
                      <a16:creationId xmlns:a16="http://schemas.microsoft.com/office/drawing/2014/main" id="{DA88BF2F-20C3-B171-6158-1244405BC3DB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1B33D48D-5915-FAFC-5BE3-E499B4205F13}"/>
                  </a:ext>
                </a:extLst>
              </p:cNvPr>
              <p:cNvSpPr/>
              <p:nvPr/>
            </p:nvSpPr>
            <p:spPr>
              <a:xfrm>
                <a:off x="7040142" y="2171481"/>
                <a:ext cx="412553" cy="414000"/>
              </a:xfrm>
              <a:prstGeom prst="ellipse">
                <a:avLst/>
              </a:prstGeom>
              <a:solidFill>
                <a:srgbClr val="F1691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CA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grpSp>
            <p:nvGrpSpPr>
              <p:cNvPr id="56" name="Groupe 55">
                <a:extLst>
                  <a:ext uri="{FF2B5EF4-FFF2-40B4-BE49-F238E27FC236}">
                    <a16:creationId xmlns:a16="http://schemas.microsoft.com/office/drawing/2014/main" id="{DBBA901D-6552-28F2-804B-036F947789D6}"/>
                  </a:ext>
                </a:extLst>
              </p:cNvPr>
              <p:cNvGrpSpPr/>
              <p:nvPr/>
            </p:nvGrpSpPr>
            <p:grpSpPr>
              <a:xfrm>
                <a:off x="5876581" y="2005599"/>
                <a:ext cx="714376" cy="985886"/>
                <a:chOff x="10223622" y="2540987"/>
                <a:chExt cx="714376" cy="985886"/>
              </a:xfrm>
            </p:grpSpPr>
            <p:sp>
              <p:nvSpPr>
                <p:cNvPr id="157" name="Rectangle : coins arrondis 156">
                  <a:extLst>
                    <a:ext uri="{FF2B5EF4-FFF2-40B4-BE49-F238E27FC236}">
                      <a16:creationId xmlns:a16="http://schemas.microsoft.com/office/drawing/2014/main" id="{108383BA-12B1-51DF-4334-886502B140E8}"/>
                    </a:ext>
                  </a:extLst>
                </p:cNvPr>
                <p:cNvSpPr/>
                <p:nvPr/>
              </p:nvSpPr>
              <p:spPr>
                <a:xfrm>
                  <a:off x="10223622" y="2540987"/>
                  <a:ext cx="714376" cy="985886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A1D99B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grpSp>
              <p:nvGrpSpPr>
                <p:cNvPr id="158" name="Groupe 157">
                  <a:extLst>
                    <a:ext uri="{FF2B5EF4-FFF2-40B4-BE49-F238E27FC236}">
                      <a16:creationId xmlns:a16="http://schemas.microsoft.com/office/drawing/2014/main" id="{C04C39E8-81AD-9530-C3BE-CEFC7CC64E52}"/>
                    </a:ext>
                  </a:extLst>
                </p:cNvPr>
                <p:cNvGrpSpPr/>
                <p:nvPr/>
              </p:nvGrpSpPr>
              <p:grpSpPr>
                <a:xfrm>
                  <a:off x="10700871" y="2917019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81" name="Rectangle : coins arrondis 180">
                    <a:extLst>
                      <a:ext uri="{FF2B5EF4-FFF2-40B4-BE49-F238E27FC236}">
                        <a16:creationId xmlns:a16="http://schemas.microsoft.com/office/drawing/2014/main" id="{8D560097-2766-BA25-01E0-673B49281C46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182" name="Rectangle : coins arrondis 181">
                    <a:extLst>
                      <a:ext uri="{FF2B5EF4-FFF2-40B4-BE49-F238E27FC236}">
                        <a16:creationId xmlns:a16="http://schemas.microsoft.com/office/drawing/2014/main" id="{29115F86-57CF-523B-54AA-AB1619EBF8DE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83" name="Rectangle : coins arrondis 182">
                    <a:extLst>
                      <a:ext uri="{FF2B5EF4-FFF2-40B4-BE49-F238E27FC236}">
                        <a16:creationId xmlns:a16="http://schemas.microsoft.com/office/drawing/2014/main" id="{C9255430-9D9C-F8DC-CA16-726DDAD80589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84" name="Rectangle : coins arrondis 183">
                    <a:extLst>
                      <a:ext uri="{FF2B5EF4-FFF2-40B4-BE49-F238E27FC236}">
                        <a16:creationId xmlns:a16="http://schemas.microsoft.com/office/drawing/2014/main" id="{9EE9832A-1D7A-5394-714D-AD6528090462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85" name="Rectangle : coins arrondis 184">
                    <a:extLst>
                      <a:ext uri="{FF2B5EF4-FFF2-40B4-BE49-F238E27FC236}">
                        <a16:creationId xmlns:a16="http://schemas.microsoft.com/office/drawing/2014/main" id="{65B5EA62-2B8C-40B3-F644-356A72FBC2CD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159" name="Hexagone 158">
                  <a:extLst>
                    <a:ext uri="{FF2B5EF4-FFF2-40B4-BE49-F238E27FC236}">
                      <a16:creationId xmlns:a16="http://schemas.microsoft.com/office/drawing/2014/main" id="{F8827CAF-97FE-A972-B81B-F54CB10DDFF7}"/>
                    </a:ext>
                  </a:extLst>
                </p:cNvPr>
                <p:cNvSpPr/>
                <p:nvPr/>
              </p:nvSpPr>
              <p:spPr>
                <a:xfrm>
                  <a:off x="10682871" y="3244441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4</a:t>
                  </a:r>
                </a:p>
              </p:txBody>
            </p:sp>
            <p:cxnSp>
              <p:nvCxnSpPr>
                <p:cNvPr id="160" name="Connecteur droit avec flèche 159">
                  <a:extLst>
                    <a:ext uri="{FF2B5EF4-FFF2-40B4-BE49-F238E27FC236}">
                      <a16:creationId xmlns:a16="http://schemas.microsoft.com/office/drawing/2014/main" id="{99DED556-5B97-7485-FE57-BEBF07B1B5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90871" y="3122501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1" name="Groupe 160">
                  <a:extLst>
                    <a:ext uri="{FF2B5EF4-FFF2-40B4-BE49-F238E27FC236}">
                      <a16:creationId xmlns:a16="http://schemas.microsoft.com/office/drawing/2014/main" id="{1A0AFAF9-8442-154D-2D78-DC8BB621C56F}"/>
                    </a:ext>
                  </a:extLst>
                </p:cNvPr>
                <p:cNvGrpSpPr/>
                <p:nvPr/>
              </p:nvGrpSpPr>
              <p:grpSpPr>
                <a:xfrm>
                  <a:off x="10492308" y="2969332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76" name="Rectangle : coins arrondis 175">
                    <a:extLst>
                      <a:ext uri="{FF2B5EF4-FFF2-40B4-BE49-F238E27FC236}">
                        <a16:creationId xmlns:a16="http://schemas.microsoft.com/office/drawing/2014/main" id="{5E8B471A-9092-D3A2-6C0E-33149DE54EA8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177" name="Rectangle : coins arrondis 176">
                    <a:extLst>
                      <a:ext uri="{FF2B5EF4-FFF2-40B4-BE49-F238E27FC236}">
                        <a16:creationId xmlns:a16="http://schemas.microsoft.com/office/drawing/2014/main" id="{773D3D11-9F89-A907-3802-D5423E60DED8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78" name="Rectangle : coins arrondis 177">
                    <a:extLst>
                      <a:ext uri="{FF2B5EF4-FFF2-40B4-BE49-F238E27FC236}">
                        <a16:creationId xmlns:a16="http://schemas.microsoft.com/office/drawing/2014/main" id="{5DD35910-6467-ADA9-1A52-AFDA9499869E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79" name="Rectangle : coins arrondis 178">
                    <a:extLst>
                      <a:ext uri="{FF2B5EF4-FFF2-40B4-BE49-F238E27FC236}">
                        <a16:creationId xmlns:a16="http://schemas.microsoft.com/office/drawing/2014/main" id="{49B2B375-DCBE-05FC-70AA-C5D9FBB8096D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80" name="Rectangle : coins arrondis 179">
                    <a:extLst>
                      <a:ext uri="{FF2B5EF4-FFF2-40B4-BE49-F238E27FC236}">
                        <a16:creationId xmlns:a16="http://schemas.microsoft.com/office/drawing/2014/main" id="{B9C8D59B-2ED4-AFAE-8F60-FA72C6F8AFE4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162" name="Hexagone 161">
                  <a:extLst>
                    <a:ext uri="{FF2B5EF4-FFF2-40B4-BE49-F238E27FC236}">
                      <a16:creationId xmlns:a16="http://schemas.microsoft.com/office/drawing/2014/main" id="{1D59F49E-1745-878A-4257-C79E7179277D}"/>
                    </a:ext>
                  </a:extLst>
                </p:cNvPr>
                <p:cNvSpPr/>
                <p:nvPr/>
              </p:nvSpPr>
              <p:spPr>
                <a:xfrm>
                  <a:off x="10474308" y="3296754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</a:p>
              </p:txBody>
            </p:sp>
            <p:cxnSp>
              <p:nvCxnSpPr>
                <p:cNvPr id="163" name="Connecteur droit avec flèche 162">
                  <a:extLst>
                    <a:ext uri="{FF2B5EF4-FFF2-40B4-BE49-F238E27FC236}">
                      <a16:creationId xmlns:a16="http://schemas.microsoft.com/office/drawing/2014/main" id="{714A15F8-6526-D80D-37FF-DA24FA59F6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82308" y="3174814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4" name="Groupe 163">
                  <a:extLst>
                    <a:ext uri="{FF2B5EF4-FFF2-40B4-BE49-F238E27FC236}">
                      <a16:creationId xmlns:a16="http://schemas.microsoft.com/office/drawing/2014/main" id="{9D774457-89CF-BF19-261C-0CA177B37C24}"/>
                    </a:ext>
                  </a:extLst>
                </p:cNvPr>
                <p:cNvGrpSpPr/>
                <p:nvPr/>
              </p:nvGrpSpPr>
              <p:grpSpPr>
                <a:xfrm>
                  <a:off x="10283747" y="2913621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71" name="Rectangle : coins arrondis 170">
                    <a:extLst>
                      <a:ext uri="{FF2B5EF4-FFF2-40B4-BE49-F238E27FC236}">
                        <a16:creationId xmlns:a16="http://schemas.microsoft.com/office/drawing/2014/main" id="{8E30B8E1-996C-7CE5-7AC2-3366A477AD96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72" name="Rectangle : coins arrondis 171">
                    <a:extLst>
                      <a:ext uri="{FF2B5EF4-FFF2-40B4-BE49-F238E27FC236}">
                        <a16:creationId xmlns:a16="http://schemas.microsoft.com/office/drawing/2014/main" id="{E039781D-9C79-3435-32B9-4B8F1F6D199C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73" name="Rectangle : coins arrondis 172">
                    <a:extLst>
                      <a:ext uri="{FF2B5EF4-FFF2-40B4-BE49-F238E27FC236}">
                        <a16:creationId xmlns:a16="http://schemas.microsoft.com/office/drawing/2014/main" id="{E29C3484-7365-F19F-950A-C9EFDBDAB567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74" name="Rectangle : coins arrondis 173">
                    <a:extLst>
                      <a:ext uri="{FF2B5EF4-FFF2-40B4-BE49-F238E27FC236}">
                        <a16:creationId xmlns:a16="http://schemas.microsoft.com/office/drawing/2014/main" id="{C8F33D27-CE47-C394-496C-1D81F3962541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75" name="Rectangle : coins arrondis 174">
                    <a:extLst>
                      <a:ext uri="{FF2B5EF4-FFF2-40B4-BE49-F238E27FC236}">
                        <a16:creationId xmlns:a16="http://schemas.microsoft.com/office/drawing/2014/main" id="{86121CD6-CEBB-D818-B6FC-A33429208216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165" name="Hexagone 164">
                  <a:extLst>
                    <a:ext uri="{FF2B5EF4-FFF2-40B4-BE49-F238E27FC236}">
                      <a16:creationId xmlns:a16="http://schemas.microsoft.com/office/drawing/2014/main" id="{545A9082-20DB-51D3-98E6-71A2DEFCDCC6}"/>
                    </a:ext>
                  </a:extLst>
                </p:cNvPr>
                <p:cNvSpPr/>
                <p:nvPr/>
              </p:nvSpPr>
              <p:spPr>
                <a:xfrm>
                  <a:off x="10265747" y="3241043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0</a:t>
                  </a:r>
                </a:p>
              </p:txBody>
            </p:sp>
            <p:cxnSp>
              <p:nvCxnSpPr>
                <p:cNvPr id="166" name="Connecteur droit avec flèche 165">
                  <a:extLst>
                    <a:ext uri="{FF2B5EF4-FFF2-40B4-BE49-F238E27FC236}">
                      <a16:creationId xmlns:a16="http://schemas.microsoft.com/office/drawing/2014/main" id="{88E9CD7E-189A-4E43-039A-6BDCB18738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3747" y="3119103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Connecteur droit avec flèche 166">
                  <a:extLst>
                    <a:ext uri="{FF2B5EF4-FFF2-40B4-BE49-F238E27FC236}">
                      <a16:creationId xmlns:a16="http://schemas.microsoft.com/office/drawing/2014/main" id="{0D423BF3-7A23-6B0D-2EE3-446E05633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82308" y="2847361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8" name="Forme libre : forme 167">
                  <a:extLst>
                    <a:ext uri="{FF2B5EF4-FFF2-40B4-BE49-F238E27FC236}">
                      <a16:creationId xmlns:a16="http://schemas.microsoft.com/office/drawing/2014/main" id="{B1752708-BA39-E221-CDF1-4C06837A1F42}"/>
                    </a:ext>
                  </a:extLst>
                </p:cNvPr>
                <p:cNvSpPr/>
                <p:nvPr/>
              </p:nvSpPr>
              <p:spPr>
                <a:xfrm>
                  <a:off x="10392692" y="2763939"/>
                  <a:ext cx="104775" cy="127091"/>
                </a:xfrm>
                <a:custGeom>
                  <a:avLst/>
                  <a:gdLst>
                    <a:gd name="connsiteX0" fmla="*/ 104775 w 104775"/>
                    <a:gd name="connsiteY0" fmla="*/ 50891 h 127091"/>
                    <a:gd name="connsiteX1" fmla="*/ 54769 w 104775"/>
                    <a:gd name="connsiteY1" fmla="*/ 69941 h 127091"/>
                    <a:gd name="connsiteX2" fmla="*/ 45244 w 104775"/>
                    <a:gd name="connsiteY2" fmla="*/ 885 h 127091"/>
                    <a:gd name="connsiteX3" fmla="*/ 0 w 104775"/>
                    <a:gd name="connsiteY3" fmla="*/ 127091 h 127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75" h="127091">
                      <a:moveTo>
                        <a:pt x="104775" y="50891"/>
                      </a:moveTo>
                      <a:cubicBezTo>
                        <a:pt x="84733" y="64583"/>
                        <a:pt x="64691" y="78275"/>
                        <a:pt x="54769" y="69941"/>
                      </a:cubicBezTo>
                      <a:cubicBezTo>
                        <a:pt x="44847" y="61607"/>
                        <a:pt x="54372" y="-8640"/>
                        <a:pt x="45244" y="885"/>
                      </a:cubicBezTo>
                      <a:cubicBezTo>
                        <a:pt x="36116" y="10410"/>
                        <a:pt x="18058" y="68750"/>
                        <a:pt x="0" y="127091"/>
                      </a:cubicBezTo>
                    </a:path>
                  </a:pathLst>
                </a:custGeom>
                <a:noFill/>
                <a:ln w="9525">
                  <a:solidFill>
                    <a:srgbClr val="238B45"/>
                  </a:solidFill>
                  <a:tailEnd type="arrow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69" name="Forme libre : forme 168">
                  <a:extLst>
                    <a:ext uri="{FF2B5EF4-FFF2-40B4-BE49-F238E27FC236}">
                      <a16:creationId xmlns:a16="http://schemas.microsoft.com/office/drawing/2014/main" id="{CF7EDF27-9AF8-A746-27F2-05400BDCC460}"/>
                    </a:ext>
                  </a:extLst>
                </p:cNvPr>
                <p:cNvSpPr/>
                <p:nvPr/>
              </p:nvSpPr>
              <p:spPr>
                <a:xfrm flipH="1">
                  <a:off x="10655920" y="2763939"/>
                  <a:ext cx="104775" cy="127091"/>
                </a:xfrm>
                <a:custGeom>
                  <a:avLst/>
                  <a:gdLst>
                    <a:gd name="connsiteX0" fmla="*/ 104775 w 104775"/>
                    <a:gd name="connsiteY0" fmla="*/ 50891 h 127091"/>
                    <a:gd name="connsiteX1" fmla="*/ 54769 w 104775"/>
                    <a:gd name="connsiteY1" fmla="*/ 69941 h 127091"/>
                    <a:gd name="connsiteX2" fmla="*/ 45244 w 104775"/>
                    <a:gd name="connsiteY2" fmla="*/ 885 h 127091"/>
                    <a:gd name="connsiteX3" fmla="*/ 0 w 104775"/>
                    <a:gd name="connsiteY3" fmla="*/ 127091 h 127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75" h="127091">
                      <a:moveTo>
                        <a:pt x="104775" y="50891"/>
                      </a:moveTo>
                      <a:cubicBezTo>
                        <a:pt x="84733" y="64583"/>
                        <a:pt x="64691" y="78275"/>
                        <a:pt x="54769" y="69941"/>
                      </a:cubicBezTo>
                      <a:cubicBezTo>
                        <a:pt x="44847" y="61607"/>
                        <a:pt x="54372" y="-8640"/>
                        <a:pt x="45244" y="885"/>
                      </a:cubicBezTo>
                      <a:cubicBezTo>
                        <a:pt x="36116" y="10410"/>
                        <a:pt x="18058" y="68750"/>
                        <a:pt x="0" y="127091"/>
                      </a:cubicBezTo>
                    </a:path>
                  </a:pathLst>
                </a:custGeom>
                <a:noFill/>
                <a:ln w="9525">
                  <a:solidFill>
                    <a:srgbClr val="238B45"/>
                  </a:solidFill>
                  <a:tailEnd type="arrow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70" name="Ellipse 169">
                  <a:extLst>
                    <a:ext uri="{FF2B5EF4-FFF2-40B4-BE49-F238E27FC236}">
                      <a16:creationId xmlns:a16="http://schemas.microsoft.com/office/drawing/2014/main" id="{37DDFA96-0F33-297D-8403-AF15DDB0EB70}"/>
                    </a:ext>
                  </a:extLst>
                </p:cNvPr>
                <p:cNvSpPr/>
                <p:nvPr/>
              </p:nvSpPr>
              <p:spPr>
                <a:xfrm>
                  <a:off x="10456308" y="2588391"/>
                  <a:ext cx="252000" cy="252000"/>
                </a:xfrm>
                <a:prstGeom prst="ellipse">
                  <a:avLst/>
                </a:prstGeom>
                <a:solidFill>
                  <a:srgbClr val="41AB6D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CA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</a:t>
                  </a:r>
                  <a:r>
                    <a:rPr lang="en-CA" sz="1300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  <a:endParaRPr lang="en-CA" sz="13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id="{88E2BDD7-C6FC-B3E0-E2E9-77AA8F60E785}"/>
                  </a:ext>
                </a:extLst>
              </p:cNvPr>
              <p:cNvGrpSpPr/>
              <p:nvPr/>
            </p:nvGrpSpPr>
            <p:grpSpPr>
              <a:xfrm>
                <a:off x="7138442" y="2839839"/>
                <a:ext cx="263610" cy="262800"/>
                <a:chOff x="6572241" y="1522612"/>
                <a:chExt cx="263610" cy="262800"/>
              </a:xfrm>
            </p:grpSpPr>
            <p:sp>
              <p:nvSpPr>
                <p:cNvPr id="152" name="Rectangle : coins arrondis 151">
                  <a:extLst>
                    <a:ext uri="{FF2B5EF4-FFF2-40B4-BE49-F238E27FC236}">
                      <a16:creationId xmlns:a16="http://schemas.microsoft.com/office/drawing/2014/main" id="{5A3A10F3-1BC0-C153-C3AD-62DFAFF3137A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53" name="Rectangle : coins arrondis 152">
                  <a:extLst>
                    <a:ext uri="{FF2B5EF4-FFF2-40B4-BE49-F238E27FC236}">
                      <a16:creationId xmlns:a16="http://schemas.microsoft.com/office/drawing/2014/main" id="{5C974456-7AD5-5308-B778-75CCD0A3FCE1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54" name="Rectangle : coins arrondis 153">
                  <a:extLst>
                    <a:ext uri="{FF2B5EF4-FFF2-40B4-BE49-F238E27FC236}">
                      <a16:creationId xmlns:a16="http://schemas.microsoft.com/office/drawing/2014/main" id="{BC59C514-0E70-336D-19F4-DA6F7341B16B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55" name="Rectangle : coins arrondis 154">
                  <a:extLst>
                    <a:ext uri="{FF2B5EF4-FFF2-40B4-BE49-F238E27FC236}">
                      <a16:creationId xmlns:a16="http://schemas.microsoft.com/office/drawing/2014/main" id="{E8739F74-77F6-A515-6645-C3D810EB6E49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56" name="Rectangle : coins arrondis 155">
                  <a:extLst>
                    <a:ext uri="{FF2B5EF4-FFF2-40B4-BE49-F238E27FC236}">
                      <a16:creationId xmlns:a16="http://schemas.microsoft.com/office/drawing/2014/main" id="{F630930E-6A7C-7CB7-B88F-E635E7A5B710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58" name="Groupe 57">
                <a:extLst>
                  <a:ext uri="{FF2B5EF4-FFF2-40B4-BE49-F238E27FC236}">
                    <a16:creationId xmlns:a16="http://schemas.microsoft.com/office/drawing/2014/main" id="{F3F98929-3C46-D6C9-75D9-B68125072AC4}"/>
                  </a:ext>
                </a:extLst>
              </p:cNvPr>
              <p:cNvGrpSpPr/>
              <p:nvPr/>
            </p:nvGrpSpPr>
            <p:grpSpPr>
              <a:xfrm>
                <a:off x="7652818" y="2762904"/>
                <a:ext cx="263610" cy="262800"/>
                <a:chOff x="6572241" y="1522612"/>
                <a:chExt cx="263610" cy="262800"/>
              </a:xfrm>
            </p:grpSpPr>
            <p:sp>
              <p:nvSpPr>
                <p:cNvPr id="147" name="Rectangle : coins arrondis 146">
                  <a:extLst>
                    <a:ext uri="{FF2B5EF4-FFF2-40B4-BE49-F238E27FC236}">
                      <a16:creationId xmlns:a16="http://schemas.microsoft.com/office/drawing/2014/main" id="{708EC437-4303-152F-EE84-9AAFCD9C0D68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48" name="Rectangle : coins arrondis 147">
                  <a:extLst>
                    <a:ext uri="{FF2B5EF4-FFF2-40B4-BE49-F238E27FC236}">
                      <a16:creationId xmlns:a16="http://schemas.microsoft.com/office/drawing/2014/main" id="{BE0D6D6E-89EB-B634-F6AF-572B119FF42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49" name="Rectangle : coins arrondis 148">
                  <a:extLst>
                    <a:ext uri="{FF2B5EF4-FFF2-40B4-BE49-F238E27FC236}">
                      <a16:creationId xmlns:a16="http://schemas.microsoft.com/office/drawing/2014/main" id="{0B4A1C45-E98F-B073-746F-A20E65D51AA3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50" name="Rectangle : coins arrondis 149">
                  <a:extLst>
                    <a:ext uri="{FF2B5EF4-FFF2-40B4-BE49-F238E27FC236}">
                      <a16:creationId xmlns:a16="http://schemas.microsoft.com/office/drawing/2014/main" id="{6F2ABB2B-56B2-5724-8937-F7F141425D0A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51" name="Rectangle : coins arrondis 150">
                  <a:extLst>
                    <a:ext uri="{FF2B5EF4-FFF2-40B4-BE49-F238E27FC236}">
                      <a16:creationId xmlns:a16="http://schemas.microsoft.com/office/drawing/2014/main" id="{229F92F1-0385-8450-2404-8859070646BD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4DBFEA56-5909-96FB-9839-9B233F7ECEF0}"/>
                  </a:ext>
                </a:extLst>
              </p:cNvPr>
              <p:cNvGrpSpPr/>
              <p:nvPr/>
            </p:nvGrpSpPr>
            <p:grpSpPr>
              <a:xfrm>
                <a:off x="6746510" y="2792257"/>
                <a:ext cx="263610" cy="262800"/>
                <a:chOff x="6572241" y="1522612"/>
                <a:chExt cx="263610" cy="262800"/>
              </a:xfrm>
            </p:grpSpPr>
            <p:sp>
              <p:nvSpPr>
                <p:cNvPr id="142" name="Rectangle : coins arrondis 141">
                  <a:extLst>
                    <a:ext uri="{FF2B5EF4-FFF2-40B4-BE49-F238E27FC236}">
                      <a16:creationId xmlns:a16="http://schemas.microsoft.com/office/drawing/2014/main" id="{75BFF042-5643-7F8D-2666-043531525341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43" name="Rectangle : coins arrondis 142">
                  <a:extLst>
                    <a:ext uri="{FF2B5EF4-FFF2-40B4-BE49-F238E27FC236}">
                      <a16:creationId xmlns:a16="http://schemas.microsoft.com/office/drawing/2014/main" id="{203793C8-2818-D43B-AF6F-CA21E61E867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44" name="Rectangle : coins arrondis 143">
                  <a:extLst>
                    <a:ext uri="{FF2B5EF4-FFF2-40B4-BE49-F238E27FC236}">
                      <a16:creationId xmlns:a16="http://schemas.microsoft.com/office/drawing/2014/main" id="{494DDCAF-2C38-9EB7-7D0B-F9904CBCDEEC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45" name="Rectangle : coins arrondis 144">
                  <a:extLst>
                    <a:ext uri="{FF2B5EF4-FFF2-40B4-BE49-F238E27FC236}">
                      <a16:creationId xmlns:a16="http://schemas.microsoft.com/office/drawing/2014/main" id="{99B62056-3C63-C46B-4E0C-D2ADEB19ACFE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46" name="Rectangle : coins arrondis 145">
                  <a:extLst>
                    <a:ext uri="{FF2B5EF4-FFF2-40B4-BE49-F238E27FC236}">
                      <a16:creationId xmlns:a16="http://schemas.microsoft.com/office/drawing/2014/main" id="{6706C805-0E4F-A8C5-3548-536CD6604FBE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60" name="Groupe 59">
                <a:extLst>
                  <a:ext uri="{FF2B5EF4-FFF2-40B4-BE49-F238E27FC236}">
                    <a16:creationId xmlns:a16="http://schemas.microsoft.com/office/drawing/2014/main" id="{D192CD23-6644-CA5F-291A-40EFE8FF1EFF}"/>
                  </a:ext>
                </a:extLst>
              </p:cNvPr>
              <p:cNvGrpSpPr/>
              <p:nvPr/>
            </p:nvGrpSpPr>
            <p:grpSpPr>
              <a:xfrm>
                <a:off x="7281550" y="3313009"/>
                <a:ext cx="569914" cy="947343"/>
                <a:chOff x="8712199" y="2905520"/>
                <a:chExt cx="569914" cy="947343"/>
              </a:xfrm>
            </p:grpSpPr>
            <p:sp>
              <p:nvSpPr>
                <p:cNvPr id="122" name="Rectangle : coins arrondis 121">
                  <a:extLst>
                    <a:ext uri="{FF2B5EF4-FFF2-40B4-BE49-F238E27FC236}">
                      <a16:creationId xmlns:a16="http://schemas.microsoft.com/office/drawing/2014/main" id="{D1D8D748-D177-19EC-41CC-50DC62D9E001}"/>
                    </a:ext>
                  </a:extLst>
                </p:cNvPr>
                <p:cNvSpPr/>
                <p:nvPr/>
              </p:nvSpPr>
              <p:spPr>
                <a:xfrm>
                  <a:off x="8712199" y="2905520"/>
                  <a:ext cx="569914" cy="947343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A1D99B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grpSp>
              <p:nvGrpSpPr>
                <p:cNvPr id="123" name="Groupe 122">
                  <a:extLst>
                    <a:ext uri="{FF2B5EF4-FFF2-40B4-BE49-F238E27FC236}">
                      <a16:creationId xmlns:a16="http://schemas.microsoft.com/office/drawing/2014/main" id="{6BCF5669-D4EB-CB96-B3BF-7D17016B28C1}"/>
                    </a:ext>
                  </a:extLst>
                </p:cNvPr>
                <p:cNvGrpSpPr/>
                <p:nvPr/>
              </p:nvGrpSpPr>
              <p:grpSpPr>
                <a:xfrm>
                  <a:off x="9035655" y="3276716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37" name="Rectangle : coins arrondis 136">
                    <a:extLst>
                      <a:ext uri="{FF2B5EF4-FFF2-40B4-BE49-F238E27FC236}">
                        <a16:creationId xmlns:a16="http://schemas.microsoft.com/office/drawing/2014/main" id="{378DFB20-2316-3D70-76C9-8DED217035A8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138" name="Rectangle : coins arrondis 137">
                    <a:extLst>
                      <a:ext uri="{FF2B5EF4-FFF2-40B4-BE49-F238E27FC236}">
                        <a16:creationId xmlns:a16="http://schemas.microsoft.com/office/drawing/2014/main" id="{5DD18792-B8CA-ED72-AF65-63002080BB43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9" name="Rectangle : coins arrondis 138">
                    <a:extLst>
                      <a:ext uri="{FF2B5EF4-FFF2-40B4-BE49-F238E27FC236}">
                        <a16:creationId xmlns:a16="http://schemas.microsoft.com/office/drawing/2014/main" id="{7BA94124-7B2C-1EC5-65F6-2E4174A47EF4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40" name="Rectangle : coins arrondis 139">
                    <a:extLst>
                      <a:ext uri="{FF2B5EF4-FFF2-40B4-BE49-F238E27FC236}">
                        <a16:creationId xmlns:a16="http://schemas.microsoft.com/office/drawing/2014/main" id="{C8813CEB-801B-B954-FF80-5532ABE74DD3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41" name="Rectangle : coins arrondis 140">
                    <a:extLst>
                      <a:ext uri="{FF2B5EF4-FFF2-40B4-BE49-F238E27FC236}">
                        <a16:creationId xmlns:a16="http://schemas.microsoft.com/office/drawing/2014/main" id="{BDFF5D78-DD3D-13E1-1B2F-919F5F0DF1D6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124" name="Hexagone 123">
                  <a:extLst>
                    <a:ext uri="{FF2B5EF4-FFF2-40B4-BE49-F238E27FC236}">
                      <a16:creationId xmlns:a16="http://schemas.microsoft.com/office/drawing/2014/main" id="{E3176A49-FCFF-4922-368F-A4B98BA68FF0}"/>
                    </a:ext>
                  </a:extLst>
                </p:cNvPr>
                <p:cNvSpPr/>
                <p:nvPr/>
              </p:nvSpPr>
              <p:spPr>
                <a:xfrm>
                  <a:off x="9017655" y="3604138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3</a:t>
                  </a:r>
                </a:p>
              </p:txBody>
            </p:sp>
            <p:cxnSp>
              <p:nvCxnSpPr>
                <p:cNvPr id="125" name="Connecteur droit avec flèche 124">
                  <a:extLst>
                    <a:ext uri="{FF2B5EF4-FFF2-40B4-BE49-F238E27FC236}">
                      <a16:creationId xmlns:a16="http://schemas.microsoft.com/office/drawing/2014/main" id="{201FA08B-B591-5AD8-5578-CADD8BE3D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5655" y="3482198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6" name="Groupe 125">
                  <a:extLst>
                    <a:ext uri="{FF2B5EF4-FFF2-40B4-BE49-F238E27FC236}">
                      <a16:creationId xmlns:a16="http://schemas.microsoft.com/office/drawing/2014/main" id="{F7BF51FA-301A-2E5C-5CDC-4E68940225E5}"/>
                    </a:ext>
                  </a:extLst>
                </p:cNvPr>
                <p:cNvGrpSpPr/>
                <p:nvPr/>
              </p:nvGrpSpPr>
              <p:grpSpPr>
                <a:xfrm>
                  <a:off x="8772324" y="3278154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32" name="Rectangle : coins arrondis 131">
                    <a:extLst>
                      <a:ext uri="{FF2B5EF4-FFF2-40B4-BE49-F238E27FC236}">
                        <a16:creationId xmlns:a16="http://schemas.microsoft.com/office/drawing/2014/main" id="{D0B76600-29C6-DE7B-D967-28F37066A367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33" name="Rectangle : coins arrondis 132">
                    <a:extLst>
                      <a:ext uri="{FF2B5EF4-FFF2-40B4-BE49-F238E27FC236}">
                        <a16:creationId xmlns:a16="http://schemas.microsoft.com/office/drawing/2014/main" id="{A3913453-B36C-6D66-4E65-E0776337D1C2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4" name="Rectangle : coins arrondis 133">
                    <a:extLst>
                      <a:ext uri="{FF2B5EF4-FFF2-40B4-BE49-F238E27FC236}">
                        <a16:creationId xmlns:a16="http://schemas.microsoft.com/office/drawing/2014/main" id="{E2E71073-1BD1-F24F-2A21-004B7250A1AA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5" name="Rectangle : coins arrondis 134">
                    <a:extLst>
                      <a:ext uri="{FF2B5EF4-FFF2-40B4-BE49-F238E27FC236}">
                        <a16:creationId xmlns:a16="http://schemas.microsoft.com/office/drawing/2014/main" id="{122AE440-3E07-0BE8-9A42-F35C5130B63C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6" name="Rectangle : coins arrondis 135">
                    <a:extLst>
                      <a:ext uri="{FF2B5EF4-FFF2-40B4-BE49-F238E27FC236}">
                        <a16:creationId xmlns:a16="http://schemas.microsoft.com/office/drawing/2014/main" id="{4321DF81-D0A7-0BD3-7FBB-14F46FA97DC1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127" name="Hexagone 126">
                  <a:extLst>
                    <a:ext uri="{FF2B5EF4-FFF2-40B4-BE49-F238E27FC236}">
                      <a16:creationId xmlns:a16="http://schemas.microsoft.com/office/drawing/2014/main" id="{D4CA747B-4FF6-FDC5-8645-F58AE055272D}"/>
                    </a:ext>
                  </a:extLst>
                </p:cNvPr>
                <p:cNvSpPr/>
                <p:nvPr/>
              </p:nvSpPr>
              <p:spPr>
                <a:xfrm>
                  <a:off x="8754324" y="3605576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0</a:t>
                  </a:r>
                </a:p>
              </p:txBody>
            </p:sp>
            <p:cxnSp>
              <p:nvCxnSpPr>
                <p:cNvPr id="128" name="Connecteur droit avec flèche 127">
                  <a:extLst>
                    <a:ext uri="{FF2B5EF4-FFF2-40B4-BE49-F238E27FC236}">
                      <a16:creationId xmlns:a16="http://schemas.microsoft.com/office/drawing/2014/main" id="{5EC4BCE5-985D-610A-5BE4-9534F05FA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62324" y="3483636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Connecteur droit avec flèche 128">
                  <a:extLst>
                    <a:ext uri="{FF2B5EF4-FFF2-40B4-BE49-F238E27FC236}">
                      <a16:creationId xmlns:a16="http://schemas.microsoft.com/office/drawing/2014/main" id="{0C5CAA06-1D6D-91E3-55B3-3081BCA210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893969" y="3066017"/>
                  <a:ext cx="103187" cy="196547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Connecteur droit avec flèche 129">
                  <a:extLst>
                    <a:ext uri="{FF2B5EF4-FFF2-40B4-BE49-F238E27FC236}">
                      <a16:creationId xmlns:a16="http://schemas.microsoft.com/office/drawing/2014/main" id="{C1EAEC76-8515-157C-6E93-12B45CB3B2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97156" y="3066017"/>
                  <a:ext cx="84841" cy="203517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Ellipse 130">
                  <a:extLst>
                    <a:ext uri="{FF2B5EF4-FFF2-40B4-BE49-F238E27FC236}">
                      <a16:creationId xmlns:a16="http://schemas.microsoft.com/office/drawing/2014/main" id="{0F2C3225-E08E-01DA-3E40-8BF202EB6B5C}"/>
                    </a:ext>
                  </a:extLst>
                </p:cNvPr>
                <p:cNvSpPr/>
                <p:nvPr/>
              </p:nvSpPr>
              <p:spPr>
                <a:xfrm>
                  <a:off x="8873655" y="2940017"/>
                  <a:ext cx="252000" cy="252000"/>
                </a:xfrm>
                <a:prstGeom prst="ellipse">
                  <a:avLst/>
                </a:prstGeom>
                <a:solidFill>
                  <a:srgbClr val="41AB6D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CA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</a:t>
                  </a:r>
                  <a:r>
                    <a:rPr lang="en-CA" sz="1300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3</a:t>
                  </a:r>
                  <a:endParaRPr lang="en-CA" sz="13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61" name="Groupe 60">
                <a:extLst>
                  <a:ext uri="{FF2B5EF4-FFF2-40B4-BE49-F238E27FC236}">
                    <a16:creationId xmlns:a16="http://schemas.microsoft.com/office/drawing/2014/main" id="{66727729-0FD1-B41C-0514-84EA53690BA2}"/>
                  </a:ext>
                </a:extLst>
              </p:cNvPr>
              <p:cNvGrpSpPr/>
              <p:nvPr/>
            </p:nvGrpSpPr>
            <p:grpSpPr>
              <a:xfrm>
                <a:off x="5908312" y="3246406"/>
                <a:ext cx="1117599" cy="985886"/>
                <a:chOff x="9119394" y="2936057"/>
                <a:chExt cx="1117599" cy="985886"/>
              </a:xfrm>
            </p:grpSpPr>
            <p:sp>
              <p:nvSpPr>
                <p:cNvPr id="75" name="Rectangle : coins arrondis 74">
                  <a:extLst>
                    <a:ext uri="{FF2B5EF4-FFF2-40B4-BE49-F238E27FC236}">
                      <a16:creationId xmlns:a16="http://schemas.microsoft.com/office/drawing/2014/main" id="{5A292601-46D6-8D5A-B280-0EA4D83C43A8}"/>
                    </a:ext>
                  </a:extLst>
                </p:cNvPr>
                <p:cNvSpPr/>
                <p:nvPr/>
              </p:nvSpPr>
              <p:spPr>
                <a:xfrm>
                  <a:off x="9119394" y="2936057"/>
                  <a:ext cx="1117599" cy="985886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A1D99B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grpSp>
              <p:nvGrpSpPr>
                <p:cNvPr id="76" name="Groupe 75">
                  <a:extLst>
                    <a:ext uri="{FF2B5EF4-FFF2-40B4-BE49-F238E27FC236}">
                      <a16:creationId xmlns:a16="http://schemas.microsoft.com/office/drawing/2014/main" id="{2558EFE8-53FA-B816-302D-03A8C530C08D}"/>
                    </a:ext>
                  </a:extLst>
                </p:cNvPr>
                <p:cNvGrpSpPr/>
                <p:nvPr/>
              </p:nvGrpSpPr>
              <p:grpSpPr>
                <a:xfrm>
                  <a:off x="9806196" y="3312089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17" name="Rectangle : coins arrondis 116">
                    <a:extLst>
                      <a:ext uri="{FF2B5EF4-FFF2-40B4-BE49-F238E27FC236}">
                        <a16:creationId xmlns:a16="http://schemas.microsoft.com/office/drawing/2014/main" id="{841E20FE-C85E-B8C4-BD21-D5EEAED11B3A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118" name="Rectangle : coins arrondis 117">
                    <a:extLst>
                      <a:ext uri="{FF2B5EF4-FFF2-40B4-BE49-F238E27FC236}">
                        <a16:creationId xmlns:a16="http://schemas.microsoft.com/office/drawing/2014/main" id="{DBBB2F75-E497-4505-1E1B-6570448590F4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19" name="Rectangle : coins arrondis 118">
                    <a:extLst>
                      <a:ext uri="{FF2B5EF4-FFF2-40B4-BE49-F238E27FC236}">
                        <a16:creationId xmlns:a16="http://schemas.microsoft.com/office/drawing/2014/main" id="{FAAAC6DA-16B5-8C48-B6C8-C1335B31D70D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20" name="Rectangle : coins arrondis 119">
                    <a:extLst>
                      <a:ext uri="{FF2B5EF4-FFF2-40B4-BE49-F238E27FC236}">
                        <a16:creationId xmlns:a16="http://schemas.microsoft.com/office/drawing/2014/main" id="{BC457BB7-8531-0420-DD0D-F70BC6B424C4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21" name="Rectangle : coins arrondis 120">
                    <a:extLst>
                      <a:ext uri="{FF2B5EF4-FFF2-40B4-BE49-F238E27FC236}">
                        <a16:creationId xmlns:a16="http://schemas.microsoft.com/office/drawing/2014/main" id="{4FE21549-F30B-1958-82D4-0907D9733DB6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77" name="Hexagone 76">
                  <a:extLst>
                    <a:ext uri="{FF2B5EF4-FFF2-40B4-BE49-F238E27FC236}">
                      <a16:creationId xmlns:a16="http://schemas.microsoft.com/office/drawing/2014/main" id="{376B73A3-3BB4-5EAA-9FF8-ADA210DDC87B}"/>
                    </a:ext>
                  </a:extLst>
                </p:cNvPr>
                <p:cNvSpPr/>
                <p:nvPr/>
              </p:nvSpPr>
              <p:spPr>
                <a:xfrm>
                  <a:off x="9788196" y="3639511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4</a:t>
                  </a:r>
                </a:p>
              </p:txBody>
            </p:sp>
            <p:cxnSp>
              <p:nvCxnSpPr>
                <p:cNvPr id="78" name="Connecteur droit avec flèche 77">
                  <a:extLst>
                    <a:ext uri="{FF2B5EF4-FFF2-40B4-BE49-F238E27FC236}">
                      <a16:creationId xmlns:a16="http://schemas.microsoft.com/office/drawing/2014/main" id="{39F04A5E-C456-367A-26E4-D631337711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96196" y="3517571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9" name="Groupe 78">
                  <a:extLst>
                    <a:ext uri="{FF2B5EF4-FFF2-40B4-BE49-F238E27FC236}">
                      <a16:creationId xmlns:a16="http://schemas.microsoft.com/office/drawing/2014/main" id="{C4F4C8E4-7765-2451-19FB-0D4762C0CCC5}"/>
                    </a:ext>
                  </a:extLst>
                </p:cNvPr>
                <p:cNvGrpSpPr/>
                <p:nvPr/>
              </p:nvGrpSpPr>
              <p:grpSpPr>
                <a:xfrm>
                  <a:off x="9597633" y="3364402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12" name="Rectangle : coins arrondis 111">
                    <a:extLst>
                      <a:ext uri="{FF2B5EF4-FFF2-40B4-BE49-F238E27FC236}">
                        <a16:creationId xmlns:a16="http://schemas.microsoft.com/office/drawing/2014/main" id="{CEC287C9-BA79-3B6F-2EE3-65AC9C3F1F3F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113" name="Rectangle : coins arrondis 112">
                    <a:extLst>
                      <a:ext uri="{FF2B5EF4-FFF2-40B4-BE49-F238E27FC236}">
                        <a16:creationId xmlns:a16="http://schemas.microsoft.com/office/drawing/2014/main" id="{4F0B5379-CBE0-01A0-C074-6CACCC7E6710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14" name="Rectangle : coins arrondis 113">
                    <a:extLst>
                      <a:ext uri="{FF2B5EF4-FFF2-40B4-BE49-F238E27FC236}">
                        <a16:creationId xmlns:a16="http://schemas.microsoft.com/office/drawing/2014/main" id="{F5F21200-BFAF-2829-D509-F1AC624C8F2B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15" name="Rectangle : coins arrondis 114">
                    <a:extLst>
                      <a:ext uri="{FF2B5EF4-FFF2-40B4-BE49-F238E27FC236}">
                        <a16:creationId xmlns:a16="http://schemas.microsoft.com/office/drawing/2014/main" id="{50D32BB7-B3FB-4D0A-10F3-171B73ABD68C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16" name="Rectangle : coins arrondis 115">
                    <a:extLst>
                      <a:ext uri="{FF2B5EF4-FFF2-40B4-BE49-F238E27FC236}">
                        <a16:creationId xmlns:a16="http://schemas.microsoft.com/office/drawing/2014/main" id="{FDA1CA4A-6F31-CCDF-7F0C-DBF3C3EE2B9B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80" name="Hexagone 79">
                  <a:extLst>
                    <a:ext uri="{FF2B5EF4-FFF2-40B4-BE49-F238E27FC236}">
                      <a16:creationId xmlns:a16="http://schemas.microsoft.com/office/drawing/2014/main" id="{64FA9933-D304-F5EE-47F0-7513F496D6B1}"/>
                    </a:ext>
                  </a:extLst>
                </p:cNvPr>
                <p:cNvSpPr/>
                <p:nvPr/>
              </p:nvSpPr>
              <p:spPr>
                <a:xfrm>
                  <a:off x="9579633" y="3691824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3</a:t>
                  </a:r>
                </a:p>
              </p:txBody>
            </p:sp>
            <p:cxnSp>
              <p:nvCxnSpPr>
                <p:cNvPr id="81" name="Connecteur droit avec flèche 80">
                  <a:extLst>
                    <a:ext uri="{FF2B5EF4-FFF2-40B4-BE49-F238E27FC236}">
                      <a16:creationId xmlns:a16="http://schemas.microsoft.com/office/drawing/2014/main" id="{8602A74C-A650-9C46-CE16-F4D8FFED2E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87633" y="3569884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2" name="Groupe 81">
                  <a:extLst>
                    <a:ext uri="{FF2B5EF4-FFF2-40B4-BE49-F238E27FC236}">
                      <a16:creationId xmlns:a16="http://schemas.microsoft.com/office/drawing/2014/main" id="{11F30B03-04BC-622D-56C2-FD7252242DC6}"/>
                    </a:ext>
                  </a:extLst>
                </p:cNvPr>
                <p:cNvGrpSpPr/>
                <p:nvPr/>
              </p:nvGrpSpPr>
              <p:grpSpPr>
                <a:xfrm>
                  <a:off x="9389072" y="3308691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07" name="Rectangle : coins arrondis 106">
                    <a:extLst>
                      <a:ext uri="{FF2B5EF4-FFF2-40B4-BE49-F238E27FC236}">
                        <a16:creationId xmlns:a16="http://schemas.microsoft.com/office/drawing/2014/main" id="{79D55737-7204-24A1-A5E0-D977D9045D7F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108" name="Rectangle : coins arrondis 107">
                    <a:extLst>
                      <a:ext uri="{FF2B5EF4-FFF2-40B4-BE49-F238E27FC236}">
                        <a16:creationId xmlns:a16="http://schemas.microsoft.com/office/drawing/2014/main" id="{D2A88B03-6FAB-5C59-5B9F-BDAB690E0A04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09" name="Rectangle : coins arrondis 108">
                    <a:extLst>
                      <a:ext uri="{FF2B5EF4-FFF2-40B4-BE49-F238E27FC236}">
                        <a16:creationId xmlns:a16="http://schemas.microsoft.com/office/drawing/2014/main" id="{3716288B-E010-B949-039B-1A679A9E1624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10" name="Rectangle : coins arrondis 109">
                    <a:extLst>
                      <a:ext uri="{FF2B5EF4-FFF2-40B4-BE49-F238E27FC236}">
                        <a16:creationId xmlns:a16="http://schemas.microsoft.com/office/drawing/2014/main" id="{19D4D447-C244-1901-54AF-ED2E829D72F9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11" name="Rectangle : coins arrondis 110">
                    <a:extLst>
                      <a:ext uri="{FF2B5EF4-FFF2-40B4-BE49-F238E27FC236}">
                        <a16:creationId xmlns:a16="http://schemas.microsoft.com/office/drawing/2014/main" id="{E1AEC929-534E-4209-61BF-398C0B49EA86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83" name="Hexagone 82">
                  <a:extLst>
                    <a:ext uri="{FF2B5EF4-FFF2-40B4-BE49-F238E27FC236}">
                      <a16:creationId xmlns:a16="http://schemas.microsoft.com/office/drawing/2014/main" id="{384BEAA4-1B32-BB20-B6D4-EE74D3B18B6B}"/>
                    </a:ext>
                  </a:extLst>
                </p:cNvPr>
                <p:cNvSpPr/>
                <p:nvPr/>
              </p:nvSpPr>
              <p:spPr>
                <a:xfrm>
                  <a:off x="9371072" y="3636113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</a:p>
              </p:txBody>
            </p:sp>
            <p:cxnSp>
              <p:nvCxnSpPr>
                <p:cNvPr id="84" name="Connecteur droit avec flèche 83">
                  <a:extLst>
                    <a:ext uri="{FF2B5EF4-FFF2-40B4-BE49-F238E27FC236}">
                      <a16:creationId xmlns:a16="http://schemas.microsoft.com/office/drawing/2014/main" id="{59873B52-4926-D011-8F7F-8B3477F6A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9072" y="3514173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Connecteur droit avec flèche 84">
                  <a:extLst>
                    <a:ext uri="{FF2B5EF4-FFF2-40B4-BE49-F238E27FC236}">
                      <a16:creationId xmlns:a16="http://schemas.microsoft.com/office/drawing/2014/main" id="{4858AF23-9F76-0A71-9BC2-4E897D468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87633" y="3242431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Forme libre : forme 85">
                  <a:extLst>
                    <a:ext uri="{FF2B5EF4-FFF2-40B4-BE49-F238E27FC236}">
                      <a16:creationId xmlns:a16="http://schemas.microsoft.com/office/drawing/2014/main" id="{0808D638-7C0B-D013-44AD-C242EE86640B}"/>
                    </a:ext>
                  </a:extLst>
                </p:cNvPr>
                <p:cNvSpPr/>
                <p:nvPr/>
              </p:nvSpPr>
              <p:spPr>
                <a:xfrm>
                  <a:off x="9498017" y="3159009"/>
                  <a:ext cx="104775" cy="127091"/>
                </a:xfrm>
                <a:custGeom>
                  <a:avLst/>
                  <a:gdLst>
                    <a:gd name="connsiteX0" fmla="*/ 104775 w 104775"/>
                    <a:gd name="connsiteY0" fmla="*/ 50891 h 127091"/>
                    <a:gd name="connsiteX1" fmla="*/ 54769 w 104775"/>
                    <a:gd name="connsiteY1" fmla="*/ 69941 h 127091"/>
                    <a:gd name="connsiteX2" fmla="*/ 45244 w 104775"/>
                    <a:gd name="connsiteY2" fmla="*/ 885 h 127091"/>
                    <a:gd name="connsiteX3" fmla="*/ 0 w 104775"/>
                    <a:gd name="connsiteY3" fmla="*/ 127091 h 127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75" h="127091">
                      <a:moveTo>
                        <a:pt x="104775" y="50891"/>
                      </a:moveTo>
                      <a:cubicBezTo>
                        <a:pt x="84733" y="64583"/>
                        <a:pt x="64691" y="78275"/>
                        <a:pt x="54769" y="69941"/>
                      </a:cubicBezTo>
                      <a:cubicBezTo>
                        <a:pt x="44847" y="61607"/>
                        <a:pt x="54372" y="-8640"/>
                        <a:pt x="45244" y="885"/>
                      </a:cubicBezTo>
                      <a:cubicBezTo>
                        <a:pt x="36116" y="10410"/>
                        <a:pt x="18058" y="68750"/>
                        <a:pt x="0" y="127091"/>
                      </a:cubicBezTo>
                    </a:path>
                  </a:pathLst>
                </a:custGeom>
                <a:noFill/>
                <a:ln w="9525">
                  <a:solidFill>
                    <a:srgbClr val="238B45"/>
                  </a:solidFill>
                  <a:tailEnd type="arrow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87" name="Forme libre : forme 86">
                  <a:extLst>
                    <a:ext uri="{FF2B5EF4-FFF2-40B4-BE49-F238E27FC236}">
                      <a16:creationId xmlns:a16="http://schemas.microsoft.com/office/drawing/2014/main" id="{00EBE2A9-0BF2-3383-6BC9-063C3EFA2CFA}"/>
                    </a:ext>
                  </a:extLst>
                </p:cNvPr>
                <p:cNvSpPr/>
                <p:nvPr/>
              </p:nvSpPr>
              <p:spPr>
                <a:xfrm flipH="1">
                  <a:off x="9761245" y="3159009"/>
                  <a:ext cx="104775" cy="127091"/>
                </a:xfrm>
                <a:custGeom>
                  <a:avLst/>
                  <a:gdLst>
                    <a:gd name="connsiteX0" fmla="*/ 104775 w 104775"/>
                    <a:gd name="connsiteY0" fmla="*/ 50891 h 127091"/>
                    <a:gd name="connsiteX1" fmla="*/ 54769 w 104775"/>
                    <a:gd name="connsiteY1" fmla="*/ 69941 h 127091"/>
                    <a:gd name="connsiteX2" fmla="*/ 45244 w 104775"/>
                    <a:gd name="connsiteY2" fmla="*/ 885 h 127091"/>
                    <a:gd name="connsiteX3" fmla="*/ 0 w 104775"/>
                    <a:gd name="connsiteY3" fmla="*/ 127091 h 127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75" h="127091">
                      <a:moveTo>
                        <a:pt x="104775" y="50891"/>
                      </a:moveTo>
                      <a:cubicBezTo>
                        <a:pt x="84733" y="64583"/>
                        <a:pt x="64691" y="78275"/>
                        <a:pt x="54769" y="69941"/>
                      </a:cubicBezTo>
                      <a:cubicBezTo>
                        <a:pt x="44847" y="61607"/>
                        <a:pt x="54372" y="-8640"/>
                        <a:pt x="45244" y="885"/>
                      </a:cubicBezTo>
                      <a:cubicBezTo>
                        <a:pt x="36116" y="10410"/>
                        <a:pt x="18058" y="68750"/>
                        <a:pt x="0" y="127091"/>
                      </a:cubicBezTo>
                    </a:path>
                  </a:pathLst>
                </a:custGeom>
                <a:noFill/>
                <a:ln w="9525">
                  <a:solidFill>
                    <a:srgbClr val="238B45"/>
                  </a:solidFill>
                  <a:tailEnd type="arrow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grpSp>
              <p:nvGrpSpPr>
                <p:cNvPr id="88" name="Groupe 87">
                  <a:extLst>
                    <a:ext uri="{FF2B5EF4-FFF2-40B4-BE49-F238E27FC236}">
                      <a16:creationId xmlns:a16="http://schemas.microsoft.com/office/drawing/2014/main" id="{A986C100-E6AD-9973-10CD-5AEA233A5911}"/>
                    </a:ext>
                  </a:extLst>
                </p:cNvPr>
                <p:cNvGrpSpPr/>
                <p:nvPr/>
              </p:nvGrpSpPr>
              <p:grpSpPr>
                <a:xfrm>
                  <a:off x="9987175" y="3214457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102" name="Rectangle : coins arrondis 101">
                    <a:extLst>
                      <a:ext uri="{FF2B5EF4-FFF2-40B4-BE49-F238E27FC236}">
                        <a16:creationId xmlns:a16="http://schemas.microsoft.com/office/drawing/2014/main" id="{2FAFDE49-C68B-5B50-0D5E-BA6AAE75AA30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103" name="Rectangle : coins arrondis 102">
                    <a:extLst>
                      <a:ext uri="{FF2B5EF4-FFF2-40B4-BE49-F238E27FC236}">
                        <a16:creationId xmlns:a16="http://schemas.microsoft.com/office/drawing/2014/main" id="{8AFBC145-5FB6-A66E-7981-D525D2548224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04" name="Rectangle : coins arrondis 103">
                    <a:extLst>
                      <a:ext uri="{FF2B5EF4-FFF2-40B4-BE49-F238E27FC236}">
                        <a16:creationId xmlns:a16="http://schemas.microsoft.com/office/drawing/2014/main" id="{9ED92F78-C70F-4BEC-1413-E803CE2B0410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05" name="Rectangle : coins arrondis 104">
                    <a:extLst>
                      <a:ext uri="{FF2B5EF4-FFF2-40B4-BE49-F238E27FC236}">
                        <a16:creationId xmlns:a16="http://schemas.microsoft.com/office/drawing/2014/main" id="{E32233D5-660C-1E95-8773-48846BC72EC8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06" name="Rectangle : coins arrondis 105">
                    <a:extLst>
                      <a:ext uri="{FF2B5EF4-FFF2-40B4-BE49-F238E27FC236}">
                        <a16:creationId xmlns:a16="http://schemas.microsoft.com/office/drawing/2014/main" id="{5CA5022F-0657-6AA0-F6A6-8014B49E0CF8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89" name="Hexagone 88">
                  <a:extLst>
                    <a:ext uri="{FF2B5EF4-FFF2-40B4-BE49-F238E27FC236}">
                      <a16:creationId xmlns:a16="http://schemas.microsoft.com/office/drawing/2014/main" id="{6012C6D1-3B5A-E73C-525A-2F60D2BF950B}"/>
                    </a:ext>
                  </a:extLst>
                </p:cNvPr>
                <p:cNvSpPr/>
                <p:nvPr/>
              </p:nvSpPr>
              <p:spPr>
                <a:xfrm>
                  <a:off x="9969175" y="3541879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5</a:t>
                  </a:r>
                </a:p>
              </p:txBody>
            </p:sp>
            <p:cxnSp>
              <p:nvCxnSpPr>
                <p:cNvPr id="90" name="Connecteur droit avec flèche 89">
                  <a:extLst>
                    <a:ext uri="{FF2B5EF4-FFF2-40B4-BE49-F238E27FC236}">
                      <a16:creationId xmlns:a16="http://schemas.microsoft.com/office/drawing/2014/main" id="{97DB053E-4ADB-EA1B-B8C5-D3CDB85CA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77175" y="3419939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1" name="Groupe 90">
                  <a:extLst>
                    <a:ext uri="{FF2B5EF4-FFF2-40B4-BE49-F238E27FC236}">
                      <a16:creationId xmlns:a16="http://schemas.microsoft.com/office/drawing/2014/main" id="{C906B2B6-EFC2-E2F2-D4F9-EDF03829A9D4}"/>
                    </a:ext>
                  </a:extLst>
                </p:cNvPr>
                <p:cNvGrpSpPr/>
                <p:nvPr/>
              </p:nvGrpSpPr>
              <p:grpSpPr>
                <a:xfrm>
                  <a:off x="9208491" y="3214455"/>
                  <a:ext cx="180000" cy="180000"/>
                  <a:chOff x="6572241" y="1522612"/>
                  <a:chExt cx="263610" cy="262800"/>
                </a:xfrm>
              </p:grpSpPr>
              <p:sp>
                <p:nvSpPr>
                  <p:cNvPr id="97" name="Rectangle : coins arrondis 96">
                    <a:extLst>
                      <a:ext uri="{FF2B5EF4-FFF2-40B4-BE49-F238E27FC236}">
                        <a16:creationId xmlns:a16="http://schemas.microsoft.com/office/drawing/2014/main" id="{10DC89FD-7913-59A0-D051-7A0A9F8534C9}"/>
                      </a:ext>
                    </a:extLst>
                  </p:cNvPr>
                  <p:cNvSpPr/>
                  <p:nvPr/>
                </p:nvSpPr>
                <p:spPr>
                  <a:xfrm>
                    <a:off x="6572241" y="1522612"/>
                    <a:ext cx="263610" cy="262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9ECAE1"/>
                  </a:solidFill>
                  <a:ln w="952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dirty="0"/>
                  </a:p>
                </p:txBody>
              </p:sp>
              <p:sp>
                <p:nvSpPr>
                  <p:cNvPr id="98" name="Rectangle : coins arrondis 97">
                    <a:extLst>
                      <a:ext uri="{FF2B5EF4-FFF2-40B4-BE49-F238E27FC236}">
                        <a16:creationId xmlns:a16="http://schemas.microsoft.com/office/drawing/2014/main" id="{522FC826-E79D-9A31-06AB-F2C6E37ED60D}"/>
                      </a:ext>
                    </a:extLst>
                  </p:cNvPr>
                  <p:cNvSpPr/>
                  <p:nvPr/>
                </p:nvSpPr>
                <p:spPr>
                  <a:xfrm>
                    <a:off x="6716561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4292C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99" name="Rectangle : coins arrondis 98">
                    <a:extLst>
                      <a:ext uri="{FF2B5EF4-FFF2-40B4-BE49-F238E27FC236}">
                        <a16:creationId xmlns:a16="http://schemas.microsoft.com/office/drawing/2014/main" id="{200573A9-F0CB-4B03-AE8A-7406B528E9EE}"/>
                      </a:ext>
                    </a:extLst>
                  </p:cNvPr>
                  <p:cNvSpPr/>
                  <p:nvPr/>
                </p:nvSpPr>
                <p:spPr>
                  <a:xfrm>
                    <a:off x="6639020" y="1588550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6BAED6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00" name="Rectangle : coins arrondis 99">
                    <a:extLst>
                      <a:ext uri="{FF2B5EF4-FFF2-40B4-BE49-F238E27FC236}">
                        <a16:creationId xmlns:a16="http://schemas.microsoft.com/office/drawing/2014/main" id="{40384EBC-565A-8F08-0AC9-20FEA478BBD3}"/>
                      </a:ext>
                    </a:extLst>
                  </p:cNvPr>
                  <p:cNvSpPr/>
                  <p:nvPr/>
                </p:nvSpPr>
                <p:spPr>
                  <a:xfrm>
                    <a:off x="6636199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2171B5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01" name="Rectangle : coins arrondis 100">
                    <a:extLst>
                      <a:ext uri="{FF2B5EF4-FFF2-40B4-BE49-F238E27FC236}">
                        <a16:creationId xmlns:a16="http://schemas.microsoft.com/office/drawing/2014/main" id="{1ABBE7D0-FA06-9A92-9138-99BD1FF045B6}"/>
                      </a:ext>
                    </a:extLst>
                  </p:cNvPr>
                  <p:cNvSpPr/>
                  <p:nvPr/>
                </p:nvSpPr>
                <p:spPr>
                  <a:xfrm>
                    <a:off x="6716561" y="1668968"/>
                    <a:ext cx="54000" cy="54000"/>
                  </a:xfrm>
                  <a:prstGeom prst="roundRect">
                    <a:avLst>
                      <a:gd name="adj" fmla="val 8544"/>
                    </a:avLst>
                  </a:prstGeom>
                  <a:solidFill>
                    <a:srgbClr val="084594"/>
                  </a:solidFill>
                  <a:ln w="31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CA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sp>
              <p:nvSpPr>
                <p:cNvPr id="92" name="Hexagone 91">
                  <a:extLst>
                    <a:ext uri="{FF2B5EF4-FFF2-40B4-BE49-F238E27FC236}">
                      <a16:creationId xmlns:a16="http://schemas.microsoft.com/office/drawing/2014/main" id="{B1EE4991-BAD1-ABF1-8684-928C0F907439}"/>
                    </a:ext>
                  </a:extLst>
                </p:cNvPr>
                <p:cNvSpPr/>
                <p:nvPr/>
              </p:nvSpPr>
              <p:spPr>
                <a:xfrm>
                  <a:off x="9190491" y="3541877"/>
                  <a:ext cx="216000" cy="216000"/>
                </a:xfrm>
                <a:prstGeom prst="hexagon">
                  <a:avLst>
                    <a:gd name="adj" fmla="val 58333"/>
                    <a:gd name="vf" fmla="val 115470"/>
                  </a:avLst>
                </a:prstGeom>
                <a:solidFill>
                  <a:srgbClr val="005A32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A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0</a:t>
                  </a:r>
                </a:p>
              </p:txBody>
            </p:sp>
            <p:cxnSp>
              <p:nvCxnSpPr>
                <p:cNvPr id="93" name="Connecteur droit avec flèche 92">
                  <a:extLst>
                    <a:ext uri="{FF2B5EF4-FFF2-40B4-BE49-F238E27FC236}">
                      <a16:creationId xmlns:a16="http://schemas.microsoft.com/office/drawing/2014/main" id="{A1D5BE43-3DE2-21E1-A3E4-21D861606A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8491" y="3419937"/>
                  <a:ext cx="0" cy="108000"/>
                </a:xfrm>
                <a:prstGeom prst="straightConnector1">
                  <a:avLst/>
                </a:prstGeom>
                <a:ln w="9525">
                  <a:solidFill>
                    <a:srgbClr val="238B45"/>
                  </a:solidFill>
                  <a:headEnd type="none" w="lg" len="lg"/>
                  <a:tailEnd type="arrow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Forme libre : forme 93">
                  <a:extLst>
                    <a:ext uri="{FF2B5EF4-FFF2-40B4-BE49-F238E27FC236}">
                      <a16:creationId xmlns:a16="http://schemas.microsoft.com/office/drawing/2014/main" id="{BE3B75F1-263A-9CEE-E876-FB824C887381}"/>
                    </a:ext>
                  </a:extLst>
                </p:cNvPr>
                <p:cNvSpPr/>
                <p:nvPr/>
              </p:nvSpPr>
              <p:spPr>
                <a:xfrm>
                  <a:off x="9327356" y="3052362"/>
                  <a:ext cx="240507" cy="148038"/>
                </a:xfrm>
                <a:custGeom>
                  <a:avLst/>
                  <a:gdLst>
                    <a:gd name="connsiteX0" fmla="*/ 240507 w 240507"/>
                    <a:gd name="connsiteY0" fmla="*/ 52788 h 148038"/>
                    <a:gd name="connsiteX1" fmla="*/ 128588 w 240507"/>
                    <a:gd name="connsiteY1" fmla="*/ 102794 h 148038"/>
                    <a:gd name="connsiteX2" fmla="*/ 88107 w 240507"/>
                    <a:gd name="connsiteY2" fmla="*/ 401 h 148038"/>
                    <a:gd name="connsiteX3" fmla="*/ 0 w 240507"/>
                    <a:gd name="connsiteY3" fmla="*/ 148038 h 148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0507" h="148038">
                      <a:moveTo>
                        <a:pt x="240507" y="52788"/>
                      </a:moveTo>
                      <a:cubicBezTo>
                        <a:pt x="197247" y="82156"/>
                        <a:pt x="153988" y="111525"/>
                        <a:pt x="128588" y="102794"/>
                      </a:cubicBezTo>
                      <a:cubicBezTo>
                        <a:pt x="103188" y="94063"/>
                        <a:pt x="109538" y="-7140"/>
                        <a:pt x="88107" y="401"/>
                      </a:cubicBezTo>
                      <a:cubicBezTo>
                        <a:pt x="66676" y="7942"/>
                        <a:pt x="33338" y="77990"/>
                        <a:pt x="0" y="148038"/>
                      </a:cubicBezTo>
                    </a:path>
                  </a:pathLst>
                </a:custGeom>
                <a:noFill/>
                <a:ln w="9525">
                  <a:solidFill>
                    <a:srgbClr val="238B45"/>
                  </a:solidFill>
                  <a:tailEnd type="arrow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95" name="Forme libre : forme 94">
                  <a:extLst>
                    <a:ext uri="{FF2B5EF4-FFF2-40B4-BE49-F238E27FC236}">
                      <a16:creationId xmlns:a16="http://schemas.microsoft.com/office/drawing/2014/main" id="{E1F497A2-8EDE-B2DF-F67A-1D11D320458B}"/>
                    </a:ext>
                  </a:extLst>
                </p:cNvPr>
                <p:cNvSpPr/>
                <p:nvPr/>
              </p:nvSpPr>
              <p:spPr>
                <a:xfrm flipH="1">
                  <a:off x="9805022" y="3055077"/>
                  <a:ext cx="240507" cy="148038"/>
                </a:xfrm>
                <a:custGeom>
                  <a:avLst/>
                  <a:gdLst>
                    <a:gd name="connsiteX0" fmla="*/ 240507 w 240507"/>
                    <a:gd name="connsiteY0" fmla="*/ 52788 h 148038"/>
                    <a:gd name="connsiteX1" fmla="*/ 128588 w 240507"/>
                    <a:gd name="connsiteY1" fmla="*/ 102794 h 148038"/>
                    <a:gd name="connsiteX2" fmla="*/ 88107 w 240507"/>
                    <a:gd name="connsiteY2" fmla="*/ 401 h 148038"/>
                    <a:gd name="connsiteX3" fmla="*/ 0 w 240507"/>
                    <a:gd name="connsiteY3" fmla="*/ 148038 h 148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0507" h="148038">
                      <a:moveTo>
                        <a:pt x="240507" y="52788"/>
                      </a:moveTo>
                      <a:cubicBezTo>
                        <a:pt x="197247" y="82156"/>
                        <a:pt x="153988" y="111525"/>
                        <a:pt x="128588" y="102794"/>
                      </a:cubicBezTo>
                      <a:cubicBezTo>
                        <a:pt x="103188" y="94063"/>
                        <a:pt x="109538" y="-7140"/>
                        <a:pt x="88107" y="401"/>
                      </a:cubicBezTo>
                      <a:cubicBezTo>
                        <a:pt x="66676" y="7942"/>
                        <a:pt x="33338" y="77990"/>
                        <a:pt x="0" y="148038"/>
                      </a:cubicBezTo>
                    </a:path>
                  </a:pathLst>
                </a:custGeom>
                <a:noFill/>
                <a:ln w="9525">
                  <a:solidFill>
                    <a:srgbClr val="238B45"/>
                  </a:solidFill>
                  <a:tailEnd type="arrow" w="sm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96" name="Ellipse 95">
                  <a:extLst>
                    <a:ext uri="{FF2B5EF4-FFF2-40B4-BE49-F238E27FC236}">
                      <a16:creationId xmlns:a16="http://schemas.microsoft.com/office/drawing/2014/main" id="{CEFE1AB4-A5EF-9ADC-CD5B-BFBDD61E9C5B}"/>
                    </a:ext>
                  </a:extLst>
                </p:cNvPr>
                <p:cNvSpPr/>
                <p:nvPr/>
              </p:nvSpPr>
              <p:spPr>
                <a:xfrm>
                  <a:off x="9561633" y="2983461"/>
                  <a:ext cx="252000" cy="252000"/>
                </a:xfrm>
                <a:prstGeom prst="ellipse">
                  <a:avLst/>
                </a:prstGeom>
                <a:solidFill>
                  <a:srgbClr val="41AB6D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CA" sz="13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</a:t>
                  </a:r>
                  <a:r>
                    <a:rPr lang="en-CA" sz="1300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  <a:endParaRPr lang="en-CA" sz="1300" dirty="0"/>
                </a:p>
              </p:txBody>
            </p:sp>
          </p:grpSp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4571DCFF-D8F5-4C87-FC99-CA1CEA2988AB}"/>
                  </a:ext>
                </a:extLst>
              </p:cNvPr>
              <p:cNvSpPr/>
              <p:nvPr/>
            </p:nvSpPr>
            <p:spPr>
              <a:xfrm rot="18568721">
                <a:off x="6263355" y="1319979"/>
                <a:ext cx="1086888" cy="914400"/>
              </a:xfrm>
              <a:prstGeom prst="arc">
                <a:avLst>
                  <a:gd name="adj1" fmla="val 16035445"/>
                  <a:gd name="adj2" fmla="val 18310467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5376F09C-7D41-C88D-9F93-22ABDFDCC40F}"/>
                  </a:ext>
                </a:extLst>
              </p:cNvPr>
              <p:cNvSpPr/>
              <p:nvPr/>
            </p:nvSpPr>
            <p:spPr>
              <a:xfrm>
                <a:off x="6672039" y="968877"/>
                <a:ext cx="412553" cy="414000"/>
              </a:xfrm>
              <a:prstGeom prst="ellipse">
                <a:avLst/>
              </a:prstGeom>
              <a:solidFill>
                <a:srgbClr val="F1691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CA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D9948EC6-5514-75F6-954D-AA2D26CA6C52}"/>
                  </a:ext>
                </a:extLst>
              </p:cNvPr>
              <p:cNvSpPr/>
              <p:nvPr/>
            </p:nvSpPr>
            <p:spPr>
              <a:xfrm rot="4517495" flipH="1">
                <a:off x="6456179" y="1267571"/>
                <a:ext cx="1086888" cy="914400"/>
              </a:xfrm>
              <a:prstGeom prst="arc">
                <a:avLst>
                  <a:gd name="adj1" fmla="val 16035445"/>
                  <a:gd name="adj2" fmla="val 19925165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018CB49B-E202-D9FD-C285-0D5B6E652130}"/>
                  </a:ext>
                </a:extLst>
              </p:cNvPr>
              <p:cNvSpPr/>
              <p:nvPr/>
            </p:nvSpPr>
            <p:spPr>
              <a:xfrm rot="5400000" flipH="1">
                <a:off x="5789195" y="1144720"/>
                <a:ext cx="1400388" cy="914400"/>
              </a:xfrm>
              <a:prstGeom prst="arc">
                <a:avLst>
                  <a:gd name="adj1" fmla="val 16035445"/>
                  <a:gd name="adj2" fmla="val 17624159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6" name="Arc 65">
                <a:extLst>
                  <a:ext uri="{FF2B5EF4-FFF2-40B4-BE49-F238E27FC236}">
                    <a16:creationId xmlns:a16="http://schemas.microsoft.com/office/drawing/2014/main" id="{53E6FFF5-D51E-0C76-08A6-AB2D67FC09AA}"/>
                  </a:ext>
                </a:extLst>
              </p:cNvPr>
              <p:cNvSpPr/>
              <p:nvPr/>
            </p:nvSpPr>
            <p:spPr>
              <a:xfrm rot="16675982">
                <a:off x="6147291" y="1570383"/>
                <a:ext cx="1086888" cy="914400"/>
              </a:xfrm>
              <a:prstGeom prst="arc">
                <a:avLst>
                  <a:gd name="adj1" fmla="val 16035445"/>
                  <a:gd name="adj2" fmla="val 17631695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58801242-C8F1-3CBF-A45F-09CACACBB42D}"/>
                  </a:ext>
                </a:extLst>
              </p:cNvPr>
              <p:cNvSpPr/>
              <p:nvPr/>
            </p:nvSpPr>
            <p:spPr>
              <a:xfrm rot="14131371">
                <a:off x="6909251" y="1452079"/>
                <a:ext cx="1086888" cy="914400"/>
              </a:xfrm>
              <a:prstGeom prst="arc">
                <a:avLst>
                  <a:gd name="adj1" fmla="val 15931184"/>
                  <a:gd name="adj2" fmla="val 17965304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AA800511-301C-9970-BC2E-F4AD64D785CE}"/>
                  </a:ext>
                </a:extLst>
              </p:cNvPr>
              <p:cNvSpPr/>
              <p:nvPr/>
            </p:nvSpPr>
            <p:spPr>
              <a:xfrm rot="7468629" flipH="1">
                <a:off x="6427552" y="1464929"/>
                <a:ext cx="1086888" cy="914400"/>
              </a:xfrm>
              <a:prstGeom prst="arc">
                <a:avLst>
                  <a:gd name="adj1" fmla="val 16359259"/>
                  <a:gd name="adj2" fmla="val 18032613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3D3BAA9B-CA0D-184A-7320-2DD06426F368}"/>
                  </a:ext>
                </a:extLst>
              </p:cNvPr>
              <p:cNvSpPr/>
              <p:nvPr/>
            </p:nvSpPr>
            <p:spPr>
              <a:xfrm rot="17616011">
                <a:off x="6700358" y="2711152"/>
                <a:ext cx="694454" cy="310019"/>
              </a:xfrm>
              <a:prstGeom prst="arc">
                <a:avLst>
                  <a:gd name="adj1" fmla="val 17167386"/>
                  <a:gd name="adj2" fmla="val 20649643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64294744-7022-560A-2DAD-2E1804006FDA}"/>
                  </a:ext>
                </a:extLst>
              </p:cNvPr>
              <p:cNvSpPr/>
              <p:nvPr/>
            </p:nvSpPr>
            <p:spPr>
              <a:xfrm rot="15550901">
                <a:off x="7014660" y="2760100"/>
                <a:ext cx="694454" cy="310019"/>
              </a:xfrm>
              <a:prstGeom prst="arc">
                <a:avLst>
                  <a:gd name="adj1" fmla="val 18557742"/>
                  <a:gd name="adj2" fmla="val 20740977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71" name="Forme libre : forme 70">
                <a:extLst>
                  <a:ext uri="{FF2B5EF4-FFF2-40B4-BE49-F238E27FC236}">
                    <a16:creationId xmlns:a16="http://schemas.microsoft.com/office/drawing/2014/main" id="{6E4F7A1C-2AF9-8B0E-B886-2E60B26C355A}"/>
                  </a:ext>
                </a:extLst>
              </p:cNvPr>
              <p:cNvSpPr/>
              <p:nvPr/>
            </p:nvSpPr>
            <p:spPr>
              <a:xfrm>
                <a:off x="6499762" y="3047451"/>
                <a:ext cx="273844" cy="173832"/>
              </a:xfrm>
              <a:custGeom>
                <a:avLst/>
                <a:gdLst>
                  <a:gd name="connsiteX0" fmla="*/ 273844 w 273844"/>
                  <a:gd name="connsiteY0" fmla="*/ 0 h 173832"/>
                  <a:gd name="connsiteX1" fmla="*/ 204787 w 273844"/>
                  <a:gd name="connsiteY1" fmla="*/ 85725 h 173832"/>
                  <a:gd name="connsiteX2" fmla="*/ 80962 w 273844"/>
                  <a:gd name="connsiteY2" fmla="*/ 50007 h 173832"/>
                  <a:gd name="connsiteX3" fmla="*/ 0 w 273844"/>
                  <a:gd name="connsiteY3" fmla="*/ 173832 h 17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3844" h="173832">
                    <a:moveTo>
                      <a:pt x="273844" y="0"/>
                    </a:moveTo>
                    <a:cubicBezTo>
                      <a:pt x="255389" y="38695"/>
                      <a:pt x="236934" y="77391"/>
                      <a:pt x="204787" y="85725"/>
                    </a:cubicBezTo>
                    <a:cubicBezTo>
                      <a:pt x="172640" y="94059"/>
                      <a:pt x="115093" y="35323"/>
                      <a:pt x="80962" y="50007"/>
                    </a:cubicBezTo>
                    <a:cubicBezTo>
                      <a:pt x="46831" y="64692"/>
                      <a:pt x="23415" y="119262"/>
                      <a:pt x="0" y="173832"/>
                    </a:cubicBezTo>
                  </a:path>
                </a:pathLst>
              </a:custGeom>
              <a:noFill/>
              <a:ln>
                <a:solidFill>
                  <a:srgbClr val="8C2D04"/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B6B42499-78DB-BC99-0B12-77E4A069BACF}"/>
                  </a:ext>
                </a:extLst>
              </p:cNvPr>
              <p:cNvSpPr/>
              <p:nvPr/>
            </p:nvSpPr>
            <p:spPr>
              <a:xfrm rot="3895359" flipH="1">
                <a:off x="7075578" y="2789643"/>
                <a:ext cx="1067899" cy="334905"/>
              </a:xfrm>
              <a:prstGeom prst="arc">
                <a:avLst>
                  <a:gd name="adj1" fmla="val 18557742"/>
                  <a:gd name="adj2" fmla="val 21161948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73" name="Arc 72">
                <a:extLst>
                  <a:ext uri="{FF2B5EF4-FFF2-40B4-BE49-F238E27FC236}">
                    <a16:creationId xmlns:a16="http://schemas.microsoft.com/office/drawing/2014/main" id="{8F268023-6C3C-440D-BF4B-ABAA0A1AC55C}"/>
                  </a:ext>
                </a:extLst>
              </p:cNvPr>
              <p:cNvSpPr/>
              <p:nvPr/>
            </p:nvSpPr>
            <p:spPr>
              <a:xfrm rot="13568966">
                <a:off x="7178899" y="3134667"/>
                <a:ext cx="694454" cy="310019"/>
              </a:xfrm>
              <a:prstGeom prst="arc">
                <a:avLst>
                  <a:gd name="adj1" fmla="val 18985693"/>
                  <a:gd name="adj2" fmla="val 20740977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74" name="Arc 73">
                <a:extLst>
                  <a:ext uri="{FF2B5EF4-FFF2-40B4-BE49-F238E27FC236}">
                    <a16:creationId xmlns:a16="http://schemas.microsoft.com/office/drawing/2014/main" id="{F1D61644-C314-CE89-CCEA-9ACECA035DCE}"/>
                  </a:ext>
                </a:extLst>
              </p:cNvPr>
              <p:cNvSpPr/>
              <p:nvPr/>
            </p:nvSpPr>
            <p:spPr>
              <a:xfrm rot="7230521" flipH="1">
                <a:off x="6947449" y="3148967"/>
                <a:ext cx="1067899" cy="334905"/>
              </a:xfrm>
              <a:prstGeom prst="arc">
                <a:avLst>
                  <a:gd name="adj1" fmla="val 18557742"/>
                  <a:gd name="adj2" fmla="val 20474478"/>
                </a:avLst>
              </a:prstGeom>
              <a:ln>
                <a:solidFill>
                  <a:srgbClr val="8C2D04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201" name="ZoneTexte 200">
              <a:extLst>
                <a:ext uri="{FF2B5EF4-FFF2-40B4-BE49-F238E27FC236}">
                  <a16:creationId xmlns:a16="http://schemas.microsoft.com/office/drawing/2014/main" id="{D25E0366-BCE8-2B11-2098-32AD56363A6E}"/>
                </a:ext>
              </a:extLst>
            </p:cNvPr>
            <p:cNvSpPr txBox="1"/>
            <p:nvPr/>
          </p:nvSpPr>
          <p:spPr>
            <a:xfrm>
              <a:off x="2329355" y="1507676"/>
              <a:ext cx="15225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LGP Agent</a:t>
              </a:r>
              <a:endParaRPr lang="en-CA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2" name="ZoneTexte 201">
              <a:extLst>
                <a:ext uri="{FF2B5EF4-FFF2-40B4-BE49-F238E27FC236}">
                  <a16:creationId xmlns:a16="http://schemas.microsoft.com/office/drawing/2014/main" id="{268BEDEB-1A3D-33CB-DE4C-B9C10713D380}"/>
                </a:ext>
              </a:extLst>
            </p:cNvPr>
            <p:cNvSpPr txBox="1"/>
            <p:nvPr/>
          </p:nvSpPr>
          <p:spPr>
            <a:xfrm>
              <a:off x="4429635" y="1507676"/>
              <a:ext cx="19479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MAPLE Agent</a:t>
              </a:r>
              <a:endParaRPr lang="en-CA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3" name="ZoneTexte 202">
              <a:extLst>
                <a:ext uri="{FF2B5EF4-FFF2-40B4-BE49-F238E27FC236}">
                  <a16:creationId xmlns:a16="http://schemas.microsoft.com/office/drawing/2014/main" id="{0A8C585D-6400-C31D-1CC4-4A62583DA4D9}"/>
                </a:ext>
              </a:extLst>
            </p:cNvPr>
            <p:cNvSpPr txBox="1"/>
            <p:nvPr/>
          </p:nvSpPr>
          <p:spPr>
            <a:xfrm>
              <a:off x="6729035" y="1497013"/>
              <a:ext cx="1958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MATPG Agent</a:t>
              </a:r>
              <a:endParaRPr lang="en-CA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4" name="Ellipse 203">
              <a:extLst>
                <a:ext uri="{FF2B5EF4-FFF2-40B4-BE49-F238E27FC236}">
                  <a16:creationId xmlns:a16="http://schemas.microsoft.com/office/drawing/2014/main" id="{F9ADB620-D4F5-0282-B121-C31CD543BF7D}"/>
                </a:ext>
              </a:extLst>
            </p:cNvPr>
            <p:cNvSpPr/>
            <p:nvPr/>
          </p:nvSpPr>
          <p:spPr>
            <a:xfrm>
              <a:off x="1902739" y="4703697"/>
              <a:ext cx="412554" cy="414001"/>
            </a:xfrm>
            <a:prstGeom prst="ellipse">
              <a:avLst/>
            </a:prstGeom>
            <a:solidFill>
              <a:srgbClr val="F1691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</a:t>
              </a:r>
              <a:r>
                <a:rPr lang="en-CA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  <a:endParaRPr lang="en-CA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5" name="ZoneTexte 204">
              <a:extLst>
                <a:ext uri="{FF2B5EF4-FFF2-40B4-BE49-F238E27FC236}">
                  <a16:creationId xmlns:a16="http://schemas.microsoft.com/office/drawing/2014/main" id="{B551079B-F91E-25DF-4B52-C1829B90E20C}"/>
                </a:ext>
              </a:extLst>
            </p:cNvPr>
            <p:cNvSpPr txBox="1"/>
            <p:nvPr/>
          </p:nvSpPr>
          <p:spPr>
            <a:xfrm>
              <a:off x="2268738" y="4726031"/>
              <a:ext cx="968535" cy="2680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Team vertex</a:t>
              </a:r>
              <a:endParaRPr lang="en-CA" sz="1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E53AC8CC-E26C-AB1A-4290-E13501C95D66}"/>
                </a:ext>
              </a:extLst>
            </p:cNvPr>
            <p:cNvSpPr/>
            <p:nvPr/>
          </p:nvSpPr>
          <p:spPr>
            <a:xfrm>
              <a:off x="1902739" y="5210008"/>
              <a:ext cx="412554" cy="414001"/>
            </a:xfrm>
            <a:prstGeom prst="ellipse">
              <a:avLst/>
            </a:prstGeom>
            <a:solidFill>
              <a:srgbClr val="41AB6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</a:t>
              </a:r>
              <a:r>
                <a:rPr lang="en-CA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</a:p>
          </p:txBody>
        </p:sp>
        <p:sp>
          <p:nvSpPr>
            <p:cNvPr id="207" name="ZoneTexte 206">
              <a:extLst>
                <a:ext uri="{FF2B5EF4-FFF2-40B4-BE49-F238E27FC236}">
                  <a16:creationId xmlns:a16="http://schemas.microsoft.com/office/drawing/2014/main" id="{E481EAC7-C7EE-2690-6524-91E1AA75E6F8}"/>
                </a:ext>
              </a:extLst>
            </p:cNvPr>
            <p:cNvSpPr txBox="1"/>
            <p:nvPr/>
          </p:nvSpPr>
          <p:spPr>
            <a:xfrm>
              <a:off x="2253624" y="5179998"/>
              <a:ext cx="1019831" cy="2680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Action vertex</a:t>
              </a:r>
              <a:endParaRPr lang="en-CA" sz="1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08" name="Hexagone 207">
              <a:extLst>
                <a:ext uri="{FF2B5EF4-FFF2-40B4-BE49-F238E27FC236}">
                  <a16:creationId xmlns:a16="http://schemas.microsoft.com/office/drawing/2014/main" id="{8E6092C5-5A57-58DA-E5A5-095FAD000D91}"/>
                </a:ext>
              </a:extLst>
            </p:cNvPr>
            <p:cNvSpPr/>
            <p:nvPr/>
          </p:nvSpPr>
          <p:spPr>
            <a:xfrm>
              <a:off x="4378132" y="5184666"/>
              <a:ext cx="360000" cy="360000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rgbClr val="005A3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</a:t>
              </a:r>
            </a:p>
          </p:txBody>
        </p:sp>
        <p:sp>
          <p:nvSpPr>
            <p:cNvPr id="209" name="ZoneTexte 208">
              <a:extLst>
                <a:ext uri="{FF2B5EF4-FFF2-40B4-BE49-F238E27FC236}">
                  <a16:creationId xmlns:a16="http://schemas.microsoft.com/office/drawing/2014/main" id="{69E3776B-0469-3E8E-7491-AF44730767ED}"/>
                </a:ext>
              </a:extLst>
            </p:cNvPr>
            <p:cNvSpPr txBox="1"/>
            <p:nvPr/>
          </p:nvSpPr>
          <p:spPr>
            <a:xfrm>
              <a:off x="4738135" y="5157596"/>
              <a:ext cx="922047" cy="2680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Action class</a:t>
              </a:r>
              <a:endParaRPr lang="en-CA" sz="1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210" name="Groupe 209">
              <a:extLst>
                <a:ext uri="{FF2B5EF4-FFF2-40B4-BE49-F238E27FC236}">
                  <a16:creationId xmlns:a16="http://schemas.microsoft.com/office/drawing/2014/main" id="{E987F6F1-76A2-B3FF-85E7-02BE249145A8}"/>
                </a:ext>
              </a:extLst>
            </p:cNvPr>
            <p:cNvGrpSpPr/>
            <p:nvPr/>
          </p:nvGrpSpPr>
          <p:grpSpPr>
            <a:xfrm>
              <a:off x="4426328" y="4806664"/>
              <a:ext cx="263609" cy="262801"/>
              <a:chOff x="6745923" y="1522612"/>
              <a:chExt cx="263610" cy="262800"/>
            </a:xfrm>
          </p:grpSpPr>
          <p:sp>
            <p:nvSpPr>
              <p:cNvPr id="211" name="Rectangle : coins arrondis 210">
                <a:extLst>
                  <a:ext uri="{FF2B5EF4-FFF2-40B4-BE49-F238E27FC236}">
                    <a16:creationId xmlns:a16="http://schemas.microsoft.com/office/drawing/2014/main" id="{2FF4DAFD-5916-5984-1DC3-703119D98BD2}"/>
                  </a:ext>
                </a:extLst>
              </p:cNvPr>
              <p:cNvSpPr/>
              <p:nvPr/>
            </p:nvSpPr>
            <p:spPr>
              <a:xfrm>
                <a:off x="6745923" y="1522612"/>
                <a:ext cx="263610" cy="262800"/>
              </a:xfrm>
              <a:prstGeom prst="roundRect">
                <a:avLst>
                  <a:gd name="adj" fmla="val 50000"/>
                </a:avLst>
              </a:prstGeom>
              <a:solidFill>
                <a:srgbClr val="9ECAE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2" name="Rectangle : coins arrondis 211">
                <a:extLst>
                  <a:ext uri="{FF2B5EF4-FFF2-40B4-BE49-F238E27FC236}">
                    <a16:creationId xmlns:a16="http://schemas.microsoft.com/office/drawing/2014/main" id="{38A8C063-ABC3-BA65-5243-1315F87E55AE}"/>
                  </a:ext>
                </a:extLst>
              </p:cNvPr>
              <p:cNvSpPr/>
              <p:nvPr/>
            </p:nvSpPr>
            <p:spPr>
              <a:xfrm>
                <a:off x="6890243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4292C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13" name="Rectangle : coins arrondis 212">
                <a:extLst>
                  <a:ext uri="{FF2B5EF4-FFF2-40B4-BE49-F238E27FC236}">
                    <a16:creationId xmlns:a16="http://schemas.microsoft.com/office/drawing/2014/main" id="{D56D4713-608F-40C5-8E34-7D9BD7FA73A2}"/>
                  </a:ext>
                </a:extLst>
              </p:cNvPr>
              <p:cNvSpPr/>
              <p:nvPr/>
            </p:nvSpPr>
            <p:spPr>
              <a:xfrm>
                <a:off x="6812702" y="1588550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6BAED6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14" name="Rectangle : coins arrondis 213">
                <a:extLst>
                  <a:ext uri="{FF2B5EF4-FFF2-40B4-BE49-F238E27FC236}">
                    <a16:creationId xmlns:a16="http://schemas.microsoft.com/office/drawing/2014/main" id="{D6C505D0-0EB8-870A-4A63-40F15409C722}"/>
                  </a:ext>
                </a:extLst>
              </p:cNvPr>
              <p:cNvSpPr/>
              <p:nvPr/>
            </p:nvSpPr>
            <p:spPr>
              <a:xfrm>
                <a:off x="6809881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2171B5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15" name="Rectangle : coins arrondis 214">
                <a:extLst>
                  <a:ext uri="{FF2B5EF4-FFF2-40B4-BE49-F238E27FC236}">
                    <a16:creationId xmlns:a16="http://schemas.microsoft.com/office/drawing/2014/main" id="{20439901-0909-3ADE-1B42-DFDA3EE5D64B}"/>
                  </a:ext>
                </a:extLst>
              </p:cNvPr>
              <p:cNvSpPr/>
              <p:nvPr/>
            </p:nvSpPr>
            <p:spPr>
              <a:xfrm>
                <a:off x="6890243" y="1668968"/>
                <a:ext cx="54000" cy="54000"/>
              </a:xfrm>
              <a:prstGeom prst="roundRect">
                <a:avLst>
                  <a:gd name="adj" fmla="val 8544"/>
                </a:avLst>
              </a:prstGeom>
              <a:solidFill>
                <a:srgbClr val="084594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sp>
          <p:nvSpPr>
            <p:cNvPr id="216" name="ZoneTexte 215">
              <a:extLst>
                <a:ext uri="{FF2B5EF4-FFF2-40B4-BE49-F238E27FC236}">
                  <a16:creationId xmlns:a16="http://schemas.microsoft.com/office/drawing/2014/main" id="{877BAFEA-B7D2-8C3A-0229-15871966E210}"/>
                </a:ext>
              </a:extLst>
            </p:cNvPr>
            <p:cNvSpPr txBox="1"/>
            <p:nvPr/>
          </p:nvSpPr>
          <p:spPr>
            <a:xfrm>
              <a:off x="4738134" y="4750858"/>
              <a:ext cx="1138453" cy="2680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Program (LGP)</a:t>
              </a:r>
              <a:endParaRPr lang="en-CA" sz="1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E98B8740-0BD7-EA62-4D6C-BCEC3ABAE981}"/>
                </a:ext>
              </a:extLst>
            </p:cNvPr>
            <p:cNvGrpSpPr/>
            <p:nvPr/>
          </p:nvGrpSpPr>
          <p:grpSpPr>
            <a:xfrm>
              <a:off x="4405083" y="1967238"/>
              <a:ext cx="2049780" cy="2216891"/>
              <a:chOff x="2873862" y="1001216"/>
              <a:chExt cx="2049780" cy="2216891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61C5567A-A70D-5E28-A639-CECBDB8F18CD}"/>
                  </a:ext>
                </a:extLst>
              </p:cNvPr>
              <p:cNvSpPr/>
              <p:nvPr/>
            </p:nvSpPr>
            <p:spPr>
              <a:xfrm>
                <a:off x="2873862" y="1001216"/>
                <a:ext cx="2049780" cy="2216891"/>
              </a:xfrm>
              <a:prstGeom prst="roundRect">
                <a:avLst>
                  <a:gd name="adj" fmla="val 8544"/>
                </a:avLst>
              </a:prstGeom>
              <a:solidFill>
                <a:srgbClr val="A1D99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DB5BCCD7-F233-A6B6-9EF5-E189165A8484}"/>
                  </a:ext>
                </a:extLst>
              </p:cNvPr>
              <p:cNvSpPr/>
              <p:nvPr/>
            </p:nvSpPr>
            <p:spPr>
              <a:xfrm>
                <a:off x="3674043" y="1049341"/>
                <a:ext cx="412553" cy="414000"/>
              </a:xfrm>
              <a:prstGeom prst="ellipse">
                <a:avLst/>
              </a:prstGeom>
              <a:solidFill>
                <a:srgbClr val="41AB6D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CA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</p:txBody>
          </p:sp>
          <p:sp>
            <p:nvSpPr>
              <p:cNvPr id="219" name="Hexagone 218">
                <a:extLst>
                  <a:ext uri="{FF2B5EF4-FFF2-40B4-BE49-F238E27FC236}">
                    <a16:creationId xmlns:a16="http://schemas.microsoft.com/office/drawing/2014/main" id="{418BDB7D-76E4-4E6A-BC69-C1FB9638A2AA}"/>
                  </a:ext>
                </a:extLst>
              </p:cNvPr>
              <p:cNvSpPr/>
              <p:nvPr/>
            </p:nvSpPr>
            <p:spPr>
              <a:xfrm>
                <a:off x="3020220" y="2545940"/>
                <a:ext cx="360000" cy="360000"/>
              </a:xfrm>
              <a:prstGeom prst="hexagon">
                <a:avLst>
                  <a:gd name="adj" fmla="val 55000"/>
                  <a:gd name="vf" fmla="val 115470"/>
                </a:avLst>
              </a:prstGeom>
              <a:solidFill>
                <a:srgbClr val="005A3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</p:txBody>
          </p:sp>
          <p:sp>
            <p:nvSpPr>
              <p:cNvPr id="220" name="Hexagone 219">
                <a:extLst>
                  <a:ext uri="{FF2B5EF4-FFF2-40B4-BE49-F238E27FC236}">
                    <a16:creationId xmlns:a16="http://schemas.microsoft.com/office/drawing/2014/main" id="{1E7F90BD-CB6F-D27D-E1C7-891FADEFD73F}"/>
                  </a:ext>
                </a:extLst>
              </p:cNvPr>
              <p:cNvSpPr/>
              <p:nvPr/>
            </p:nvSpPr>
            <p:spPr>
              <a:xfrm>
                <a:off x="3473373" y="2725940"/>
                <a:ext cx="360000" cy="360000"/>
              </a:xfrm>
              <a:prstGeom prst="hexagon">
                <a:avLst>
                  <a:gd name="adj" fmla="val 55000"/>
                  <a:gd name="vf" fmla="val 115470"/>
                </a:avLst>
              </a:prstGeom>
              <a:solidFill>
                <a:srgbClr val="005A3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</a:p>
            </p:txBody>
          </p:sp>
          <p:sp>
            <p:nvSpPr>
              <p:cNvPr id="221" name="Hexagone 220">
                <a:extLst>
                  <a:ext uri="{FF2B5EF4-FFF2-40B4-BE49-F238E27FC236}">
                    <a16:creationId xmlns:a16="http://schemas.microsoft.com/office/drawing/2014/main" id="{BFC4F815-C00D-4243-437C-9DABACD46F45}"/>
                  </a:ext>
                </a:extLst>
              </p:cNvPr>
              <p:cNvSpPr/>
              <p:nvPr/>
            </p:nvSpPr>
            <p:spPr>
              <a:xfrm>
                <a:off x="3926526" y="2725940"/>
                <a:ext cx="360000" cy="360000"/>
              </a:xfrm>
              <a:prstGeom prst="hexagon">
                <a:avLst>
                  <a:gd name="adj" fmla="val 50000"/>
                  <a:gd name="vf" fmla="val 115470"/>
                </a:avLst>
              </a:prstGeom>
              <a:solidFill>
                <a:srgbClr val="005A3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</a:p>
            </p:txBody>
          </p:sp>
          <p:sp>
            <p:nvSpPr>
              <p:cNvPr id="222" name="Hexagone 221">
                <a:extLst>
                  <a:ext uri="{FF2B5EF4-FFF2-40B4-BE49-F238E27FC236}">
                    <a16:creationId xmlns:a16="http://schemas.microsoft.com/office/drawing/2014/main" id="{0D51E157-DCF8-7441-9D4C-D2B0F04A7DEA}"/>
                  </a:ext>
                </a:extLst>
              </p:cNvPr>
              <p:cNvSpPr/>
              <p:nvPr/>
            </p:nvSpPr>
            <p:spPr>
              <a:xfrm>
                <a:off x="4381052" y="2534848"/>
                <a:ext cx="360000" cy="360000"/>
              </a:xfrm>
              <a:prstGeom prst="hexagon">
                <a:avLst>
                  <a:gd name="adj" fmla="val 50000"/>
                  <a:gd name="vf" fmla="val 115470"/>
                </a:avLst>
              </a:prstGeom>
              <a:solidFill>
                <a:srgbClr val="005A3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</a:p>
            </p:txBody>
          </p:sp>
          <p:cxnSp>
            <p:nvCxnSpPr>
              <p:cNvPr id="223" name="Connecteur droit avec flèche 222">
                <a:extLst>
                  <a:ext uri="{FF2B5EF4-FFF2-40B4-BE49-F238E27FC236}">
                    <a16:creationId xmlns:a16="http://schemas.microsoft.com/office/drawing/2014/main" id="{FF81151F-E8DE-5BF5-824C-24D24F39E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1995" y="2137233"/>
                <a:ext cx="0" cy="333233"/>
              </a:xfrm>
              <a:prstGeom prst="straightConnector1">
                <a:avLst/>
              </a:prstGeom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4" name="Forme libre : forme 223">
                <a:extLst>
                  <a:ext uri="{FF2B5EF4-FFF2-40B4-BE49-F238E27FC236}">
                    <a16:creationId xmlns:a16="http://schemas.microsoft.com/office/drawing/2014/main" id="{E574F52E-DC9A-A48F-00F0-30EE8C18302E}"/>
                  </a:ext>
                </a:extLst>
              </p:cNvPr>
              <p:cNvSpPr/>
              <p:nvPr/>
            </p:nvSpPr>
            <p:spPr>
              <a:xfrm flipH="1">
                <a:off x="3930648" y="1466409"/>
                <a:ext cx="128527" cy="473388"/>
              </a:xfrm>
              <a:custGeom>
                <a:avLst/>
                <a:gdLst>
                  <a:gd name="connsiteX0" fmla="*/ 43140 w 97119"/>
                  <a:gd name="connsiteY0" fmla="*/ 0 h 428625"/>
                  <a:gd name="connsiteX1" fmla="*/ 1865 w 97119"/>
                  <a:gd name="connsiteY1" fmla="*/ 123825 h 428625"/>
                  <a:gd name="connsiteX2" fmla="*/ 97115 w 97119"/>
                  <a:gd name="connsiteY2" fmla="*/ 263525 h 428625"/>
                  <a:gd name="connsiteX3" fmla="*/ 5040 w 97119"/>
                  <a:gd name="connsiteY3" fmla="*/ 428625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119" h="428625">
                    <a:moveTo>
                      <a:pt x="43140" y="0"/>
                    </a:moveTo>
                    <a:cubicBezTo>
                      <a:pt x="18004" y="39952"/>
                      <a:pt x="-7131" y="79904"/>
                      <a:pt x="1865" y="123825"/>
                    </a:cubicBezTo>
                    <a:cubicBezTo>
                      <a:pt x="10861" y="167746"/>
                      <a:pt x="96586" y="212725"/>
                      <a:pt x="97115" y="263525"/>
                    </a:cubicBezTo>
                    <a:cubicBezTo>
                      <a:pt x="97644" y="314325"/>
                      <a:pt x="51342" y="371475"/>
                      <a:pt x="5040" y="428625"/>
                    </a:cubicBezTo>
                  </a:path>
                </a:pathLst>
              </a:custGeom>
              <a:noFill/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225" name="Groupe 224">
                <a:extLst>
                  <a:ext uri="{FF2B5EF4-FFF2-40B4-BE49-F238E27FC236}">
                    <a16:creationId xmlns:a16="http://schemas.microsoft.com/office/drawing/2014/main" id="{4CFD7450-7BC9-8F94-7946-9122C4DDFEF1}"/>
                  </a:ext>
                </a:extLst>
              </p:cNvPr>
              <p:cNvGrpSpPr/>
              <p:nvPr/>
            </p:nvGrpSpPr>
            <p:grpSpPr>
              <a:xfrm>
                <a:off x="3065911" y="1812116"/>
                <a:ext cx="263609" cy="262801"/>
                <a:chOff x="6572241" y="1522612"/>
                <a:chExt cx="263610" cy="262800"/>
              </a:xfrm>
            </p:grpSpPr>
            <p:sp>
              <p:nvSpPr>
                <p:cNvPr id="250" name="Rectangle : coins arrondis 249">
                  <a:extLst>
                    <a:ext uri="{FF2B5EF4-FFF2-40B4-BE49-F238E27FC236}">
                      <a16:creationId xmlns:a16="http://schemas.microsoft.com/office/drawing/2014/main" id="{A442CC8E-47D4-ADB4-DAD6-AB7FE9B5D8C0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51" name="Rectangle : coins arrondis 250">
                  <a:extLst>
                    <a:ext uri="{FF2B5EF4-FFF2-40B4-BE49-F238E27FC236}">
                      <a16:creationId xmlns:a16="http://schemas.microsoft.com/office/drawing/2014/main" id="{F6E978BD-54AA-5ADD-4991-2FEBB170B337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52" name="Rectangle : coins arrondis 251">
                  <a:extLst>
                    <a:ext uri="{FF2B5EF4-FFF2-40B4-BE49-F238E27FC236}">
                      <a16:creationId xmlns:a16="http://schemas.microsoft.com/office/drawing/2014/main" id="{008F378F-A023-90A4-58F0-5D28AEA49C24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53" name="Rectangle : coins arrondis 252">
                  <a:extLst>
                    <a:ext uri="{FF2B5EF4-FFF2-40B4-BE49-F238E27FC236}">
                      <a16:creationId xmlns:a16="http://schemas.microsoft.com/office/drawing/2014/main" id="{DEB97EB3-F7FB-5FA4-7371-E7668FDE824E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54" name="Rectangle : coins arrondis 253">
                  <a:extLst>
                    <a:ext uri="{FF2B5EF4-FFF2-40B4-BE49-F238E27FC236}">
                      <a16:creationId xmlns:a16="http://schemas.microsoft.com/office/drawing/2014/main" id="{11368B99-ECA7-5F4C-A3AC-1E9F52B70BDE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226" name="Groupe 225">
                <a:extLst>
                  <a:ext uri="{FF2B5EF4-FFF2-40B4-BE49-F238E27FC236}">
                    <a16:creationId xmlns:a16="http://schemas.microsoft.com/office/drawing/2014/main" id="{D5B81F71-2D2A-EE80-2415-78BF6CDE683F}"/>
                  </a:ext>
                </a:extLst>
              </p:cNvPr>
              <p:cNvGrpSpPr/>
              <p:nvPr/>
            </p:nvGrpSpPr>
            <p:grpSpPr>
              <a:xfrm>
                <a:off x="3515520" y="1963876"/>
                <a:ext cx="263609" cy="262801"/>
                <a:chOff x="6572241" y="1522612"/>
                <a:chExt cx="263610" cy="262800"/>
              </a:xfrm>
            </p:grpSpPr>
            <p:sp>
              <p:nvSpPr>
                <p:cNvPr id="245" name="Rectangle : coins arrondis 244">
                  <a:extLst>
                    <a:ext uri="{FF2B5EF4-FFF2-40B4-BE49-F238E27FC236}">
                      <a16:creationId xmlns:a16="http://schemas.microsoft.com/office/drawing/2014/main" id="{A916257D-8427-BA6D-F708-CFEB9092B9A5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46" name="Rectangle : coins arrondis 245">
                  <a:extLst>
                    <a:ext uri="{FF2B5EF4-FFF2-40B4-BE49-F238E27FC236}">
                      <a16:creationId xmlns:a16="http://schemas.microsoft.com/office/drawing/2014/main" id="{647072DF-2429-7E3B-8929-996569B11C9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47" name="Rectangle : coins arrondis 246">
                  <a:extLst>
                    <a:ext uri="{FF2B5EF4-FFF2-40B4-BE49-F238E27FC236}">
                      <a16:creationId xmlns:a16="http://schemas.microsoft.com/office/drawing/2014/main" id="{CDA8A733-E9B4-28AD-601B-42393D635ABF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48" name="Rectangle : coins arrondis 247">
                  <a:extLst>
                    <a:ext uri="{FF2B5EF4-FFF2-40B4-BE49-F238E27FC236}">
                      <a16:creationId xmlns:a16="http://schemas.microsoft.com/office/drawing/2014/main" id="{CAE17D55-6709-F193-EE24-64CFCBF488DC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49" name="Rectangle : coins arrondis 248">
                  <a:extLst>
                    <a:ext uri="{FF2B5EF4-FFF2-40B4-BE49-F238E27FC236}">
                      <a16:creationId xmlns:a16="http://schemas.microsoft.com/office/drawing/2014/main" id="{41781097-225E-4C18-4392-A73136BF14CE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227" name="Groupe 226">
                <a:extLst>
                  <a:ext uri="{FF2B5EF4-FFF2-40B4-BE49-F238E27FC236}">
                    <a16:creationId xmlns:a16="http://schemas.microsoft.com/office/drawing/2014/main" id="{8023EA33-FD27-5A6D-50B4-6FD5A16496DE}"/>
                  </a:ext>
                </a:extLst>
              </p:cNvPr>
              <p:cNvGrpSpPr/>
              <p:nvPr/>
            </p:nvGrpSpPr>
            <p:grpSpPr>
              <a:xfrm>
                <a:off x="3977973" y="1963876"/>
                <a:ext cx="263609" cy="262801"/>
                <a:chOff x="6572241" y="1522612"/>
                <a:chExt cx="263610" cy="262800"/>
              </a:xfrm>
            </p:grpSpPr>
            <p:sp>
              <p:nvSpPr>
                <p:cNvPr id="240" name="Rectangle : coins arrondis 239">
                  <a:extLst>
                    <a:ext uri="{FF2B5EF4-FFF2-40B4-BE49-F238E27FC236}">
                      <a16:creationId xmlns:a16="http://schemas.microsoft.com/office/drawing/2014/main" id="{6F51C49C-6D97-C1F0-BEFC-C4CDC0C77906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41" name="Rectangle : coins arrondis 240">
                  <a:extLst>
                    <a:ext uri="{FF2B5EF4-FFF2-40B4-BE49-F238E27FC236}">
                      <a16:creationId xmlns:a16="http://schemas.microsoft.com/office/drawing/2014/main" id="{51D5F84C-BD68-9280-F554-6038EC23B30D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42" name="Rectangle : coins arrondis 241">
                  <a:extLst>
                    <a:ext uri="{FF2B5EF4-FFF2-40B4-BE49-F238E27FC236}">
                      <a16:creationId xmlns:a16="http://schemas.microsoft.com/office/drawing/2014/main" id="{55ADB08F-B654-FE9A-91C0-2C8C34A3E94F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43" name="Rectangle : coins arrondis 242">
                  <a:extLst>
                    <a:ext uri="{FF2B5EF4-FFF2-40B4-BE49-F238E27FC236}">
                      <a16:creationId xmlns:a16="http://schemas.microsoft.com/office/drawing/2014/main" id="{8AC11B57-7907-AA9C-6FDE-FA0F1963DFBF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44" name="Rectangle : coins arrondis 243">
                  <a:extLst>
                    <a:ext uri="{FF2B5EF4-FFF2-40B4-BE49-F238E27FC236}">
                      <a16:creationId xmlns:a16="http://schemas.microsoft.com/office/drawing/2014/main" id="{F254FFEE-B5C8-E7F0-345B-4F2E50D9D218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228" name="Groupe 227">
                <a:extLst>
                  <a:ext uri="{FF2B5EF4-FFF2-40B4-BE49-F238E27FC236}">
                    <a16:creationId xmlns:a16="http://schemas.microsoft.com/office/drawing/2014/main" id="{F393B02A-300F-3E45-C139-1E267953BE8D}"/>
                  </a:ext>
                </a:extLst>
              </p:cNvPr>
              <p:cNvGrpSpPr/>
              <p:nvPr/>
            </p:nvGrpSpPr>
            <p:grpSpPr>
              <a:xfrm>
                <a:off x="4429247" y="1807405"/>
                <a:ext cx="263609" cy="262801"/>
                <a:chOff x="6572241" y="1522612"/>
                <a:chExt cx="263610" cy="262800"/>
              </a:xfrm>
            </p:grpSpPr>
            <p:sp>
              <p:nvSpPr>
                <p:cNvPr id="235" name="Rectangle : coins arrondis 234">
                  <a:extLst>
                    <a:ext uri="{FF2B5EF4-FFF2-40B4-BE49-F238E27FC236}">
                      <a16:creationId xmlns:a16="http://schemas.microsoft.com/office/drawing/2014/main" id="{49DEA282-E405-FCD2-51BF-4E0E9B4B3D9F}"/>
                    </a:ext>
                  </a:extLst>
                </p:cNvPr>
                <p:cNvSpPr/>
                <p:nvPr/>
              </p:nvSpPr>
              <p:spPr>
                <a:xfrm>
                  <a:off x="6572241" y="1522612"/>
                  <a:ext cx="263610" cy="262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ECAE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36" name="Rectangle : coins arrondis 235">
                  <a:extLst>
                    <a:ext uri="{FF2B5EF4-FFF2-40B4-BE49-F238E27FC236}">
                      <a16:creationId xmlns:a16="http://schemas.microsoft.com/office/drawing/2014/main" id="{40B99535-4387-B897-3B94-3495E349AC92}"/>
                    </a:ext>
                  </a:extLst>
                </p:cNvPr>
                <p:cNvSpPr/>
                <p:nvPr/>
              </p:nvSpPr>
              <p:spPr>
                <a:xfrm>
                  <a:off x="6716561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4292C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/>
                </a:p>
              </p:txBody>
            </p:sp>
            <p:sp>
              <p:nvSpPr>
                <p:cNvPr id="237" name="Rectangle : coins arrondis 236">
                  <a:extLst>
                    <a:ext uri="{FF2B5EF4-FFF2-40B4-BE49-F238E27FC236}">
                      <a16:creationId xmlns:a16="http://schemas.microsoft.com/office/drawing/2014/main" id="{6FFD594E-1DC3-B09A-8236-27B3A8C4EAED}"/>
                    </a:ext>
                  </a:extLst>
                </p:cNvPr>
                <p:cNvSpPr/>
                <p:nvPr/>
              </p:nvSpPr>
              <p:spPr>
                <a:xfrm>
                  <a:off x="6639020" y="1588550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6BAED6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/>
                </a:p>
              </p:txBody>
            </p:sp>
            <p:sp>
              <p:nvSpPr>
                <p:cNvPr id="238" name="Rectangle : coins arrondis 237">
                  <a:extLst>
                    <a:ext uri="{FF2B5EF4-FFF2-40B4-BE49-F238E27FC236}">
                      <a16:creationId xmlns:a16="http://schemas.microsoft.com/office/drawing/2014/main" id="{653376ED-9EE3-2664-B939-123211D79891}"/>
                    </a:ext>
                  </a:extLst>
                </p:cNvPr>
                <p:cNvSpPr/>
                <p:nvPr/>
              </p:nvSpPr>
              <p:spPr>
                <a:xfrm>
                  <a:off x="6636199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2171B5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/>
                </a:p>
              </p:txBody>
            </p:sp>
            <p:sp>
              <p:nvSpPr>
                <p:cNvPr id="239" name="Rectangle : coins arrondis 238">
                  <a:extLst>
                    <a:ext uri="{FF2B5EF4-FFF2-40B4-BE49-F238E27FC236}">
                      <a16:creationId xmlns:a16="http://schemas.microsoft.com/office/drawing/2014/main" id="{2CE08018-C479-E715-A346-498B9B671D4D}"/>
                    </a:ext>
                  </a:extLst>
                </p:cNvPr>
                <p:cNvSpPr/>
                <p:nvPr/>
              </p:nvSpPr>
              <p:spPr>
                <a:xfrm>
                  <a:off x="6716561" y="1668968"/>
                  <a:ext cx="54000" cy="54000"/>
                </a:xfrm>
                <a:prstGeom prst="roundRect">
                  <a:avLst>
                    <a:gd name="adj" fmla="val 8544"/>
                  </a:avLst>
                </a:prstGeom>
                <a:solidFill>
                  <a:srgbClr val="084594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  <p:cxnSp>
            <p:nvCxnSpPr>
              <p:cNvPr id="229" name="Connecteur droit avec flèche 228">
                <a:extLst>
                  <a:ext uri="{FF2B5EF4-FFF2-40B4-BE49-F238E27FC236}">
                    <a16:creationId xmlns:a16="http://schemas.microsoft.com/office/drawing/2014/main" id="{0D2EAD0C-CEE2-85C2-E20B-CE50403832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715" y="2148913"/>
                <a:ext cx="0" cy="333233"/>
              </a:xfrm>
              <a:prstGeom prst="straightConnector1">
                <a:avLst/>
              </a:prstGeom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Connecteur droit avec flèche 229">
                <a:extLst>
                  <a:ext uri="{FF2B5EF4-FFF2-40B4-BE49-F238E27FC236}">
                    <a16:creationId xmlns:a16="http://schemas.microsoft.com/office/drawing/2014/main" id="{7A2FB238-55E4-1969-D662-51B332CB2D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6668" y="2315529"/>
                <a:ext cx="0" cy="333233"/>
              </a:xfrm>
              <a:prstGeom prst="straightConnector1">
                <a:avLst/>
              </a:prstGeom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necteur droit avec flèche 230">
                <a:extLst>
                  <a:ext uri="{FF2B5EF4-FFF2-40B4-BE49-F238E27FC236}">
                    <a16:creationId xmlns:a16="http://schemas.microsoft.com/office/drawing/2014/main" id="{34F4F53A-D37E-8EFD-F23E-642F796AD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6526" y="2315528"/>
                <a:ext cx="0" cy="333233"/>
              </a:xfrm>
              <a:prstGeom prst="straightConnector1">
                <a:avLst/>
              </a:prstGeom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Forme libre : forme 231">
                <a:extLst>
                  <a:ext uri="{FF2B5EF4-FFF2-40B4-BE49-F238E27FC236}">
                    <a16:creationId xmlns:a16="http://schemas.microsoft.com/office/drawing/2014/main" id="{B5C3E79C-D852-C4A2-90F8-BCB3EEF0595C}"/>
                  </a:ext>
                </a:extLst>
              </p:cNvPr>
              <p:cNvSpPr/>
              <p:nvPr/>
            </p:nvSpPr>
            <p:spPr>
              <a:xfrm>
                <a:off x="3704846" y="1472782"/>
                <a:ext cx="128527" cy="464676"/>
              </a:xfrm>
              <a:custGeom>
                <a:avLst/>
                <a:gdLst>
                  <a:gd name="connsiteX0" fmla="*/ 43140 w 97119"/>
                  <a:gd name="connsiteY0" fmla="*/ 0 h 428625"/>
                  <a:gd name="connsiteX1" fmla="*/ 1865 w 97119"/>
                  <a:gd name="connsiteY1" fmla="*/ 123825 h 428625"/>
                  <a:gd name="connsiteX2" fmla="*/ 97115 w 97119"/>
                  <a:gd name="connsiteY2" fmla="*/ 263525 h 428625"/>
                  <a:gd name="connsiteX3" fmla="*/ 5040 w 97119"/>
                  <a:gd name="connsiteY3" fmla="*/ 428625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119" h="428625">
                    <a:moveTo>
                      <a:pt x="43140" y="0"/>
                    </a:moveTo>
                    <a:cubicBezTo>
                      <a:pt x="18004" y="39952"/>
                      <a:pt x="-7131" y="79904"/>
                      <a:pt x="1865" y="123825"/>
                    </a:cubicBezTo>
                    <a:cubicBezTo>
                      <a:pt x="10861" y="167746"/>
                      <a:pt x="96586" y="212725"/>
                      <a:pt x="97115" y="263525"/>
                    </a:cubicBezTo>
                    <a:cubicBezTo>
                      <a:pt x="97644" y="314325"/>
                      <a:pt x="51342" y="371475"/>
                      <a:pt x="5040" y="428625"/>
                    </a:cubicBezTo>
                  </a:path>
                </a:pathLst>
              </a:custGeom>
              <a:noFill/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3" name="Forme libre : forme 232">
                <a:extLst>
                  <a:ext uri="{FF2B5EF4-FFF2-40B4-BE49-F238E27FC236}">
                    <a16:creationId xmlns:a16="http://schemas.microsoft.com/office/drawing/2014/main" id="{48D09371-F8D6-FEE9-0D2D-A74E4E7BE8B3}"/>
                  </a:ext>
                </a:extLst>
              </p:cNvPr>
              <p:cNvSpPr/>
              <p:nvPr/>
            </p:nvSpPr>
            <p:spPr>
              <a:xfrm>
                <a:off x="3221831" y="1274986"/>
                <a:ext cx="454819" cy="491902"/>
              </a:xfrm>
              <a:custGeom>
                <a:avLst/>
                <a:gdLst>
                  <a:gd name="connsiteX0" fmla="*/ 454819 w 454819"/>
                  <a:gd name="connsiteY0" fmla="*/ 134714 h 491902"/>
                  <a:gd name="connsiteX1" fmla="*/ 309563 w 454819"/>
                  <a:gd name="connsiteY1" fmla="*/ 179958 h 491902"/>
                  <a:gd name="connsiteX2" fmla="*/ 173832 w 454819"/>
                  <a:gd name="connsiteY2" fmla="*/ 8508 h 491902"/>
                  <a:gd name="connsiteX3" fmla="*/ 0 w 454819"/>
                  <a:gd name="connsiteY3" fmla="*/ 491902 h 49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4819" h="491902">
                    <a:moveTo>
                      <a:pt x="454819" y="134714"/>
                    </a:moveTo>
                    <a:cubicBezTo>
                      <a:pt x="405606" y="167853"/>
                      <a:pt x="356394" y="200992"/>
                      <a:pt x="309563" y="179958"/>
                    </a:cubicBezTo>
                    <a:cubicBezTo>
                      <a:pt x="262732" y="158924"/>
                      <a:pt x="225426" y="-43483"/>
                      <a:pt x="173832" y="8508"/>
                    </a:cubicBezTo>
                    <a:cubicBezTo>
                      <a:pt x="122238" y="60499"/>
                      <a:pt x="61119" y="276200"/>
                      <a:pt x="0" y="491902"/>
                    </a:cubicBezTo>
                  </a:path>
                </a:pathLst>
              </a:custGeom>
              <a:noFill/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4" name="Forme libre : forme 233">
                <a:extLst>
                  <a:ext uri="{FF2B5EF4-FFF2-40B4-BE49-F238E27FC236}">
                    <a16:creationId xmlns:a16="http://schemas.microsoft.com/office/drawing/2014/main" id="{83E02A65-C1EE-8781-05CB-EF677F803C88}"/>
                  </a:ext>
                </a:extLst>
              </p:cNvPr>
              <p:cNvSpPr/>
              <p:nvPr/>
            </p:nvSpPr>
            <p:spPr>
              <a:xfrm flipH="1">
                <a:off x="4068362" y="1274986"/>
                <a:ext cx="454819" cy="491902"/>
              </a:xfrm>
              <a:custGeom>
                <a:avLst/>
                <a:gdLst>
                  <a:gd name="connsiteX0" fmla="*/ 454819 w 454819"/>
                  <a:gd name="connsiteY0" fmla="*/ 134714 h 491902"/>
                  <a:gd name="connsiteX1" fmla="*/ 309563 w 454819"/>
                  <a:gd name="connsiteY1" fmla="*/ 179958 h 491902"/>
                  <a:gd name="connsiteX2" fmla="*/ 173832 w 454819"/>
                  <a:gd name="connsiteY2" fmla="*/ 8508 h 491902"/>
                  <a:gd name="connsiteX3" fmla="*/ 0 w 454819"/>
                  <a:gd name="connsiteY3" fmla="*/ 491902 h 49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4819" h="491902">
                    <a:moveTo>
                      <a:pt x="454819" y="134714"/>
                    </a:moveTo>
                    <a:cubicBezTo>
                      <a:pt x="405606" y="167853"/>
                      <a:pt x="356394" y="200992"/>
                      <a:pt x="309563" y="179958"/>
                    </a:cubicBezTo>
                    <a:cubicBezTo>
                      <a:pt x="262732" y="158924"/>
                      <a:pt x="225426" y="-43483"/>
                      <a:pt x="173832" y="8508"/>
                    </a:cubicBezTo>
                    <a:cubicBezTo>
                      <a:pt x="122238" y="60499"/>
                      <a:pt x="61119" y="276200"/>
                      <a:pt x="0" y="491902"/>
                    </a:cubicBezTo>
                  </a:path>
                </a:pathLst>
              </a:custGeom>
              <a:noFill/>
              <a:ln>
                <a:solidFill>
                  <a:srgbClr val="238B45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8135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144</Words>
  <Application>Microsoft Office PowerPoint</Application>
  <PresentationFormat>Personnalisé</PresentationFormat>
  <Paragraphs>74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Vacher Quentin</dc:creator>
  <cp:lastModifiedBy>Vacher Quentin</cp:lastModifiedBy>
  <cp:revision>3</cp:revision>
  <dcterms:created xsi:type="dcterms:W3CDTF">2025-10-30T14:26:13Z</dcterms:created>
  <dcterms:modified xsi:type="dcterms:W3CDTF">2025-10-30T16:15:54Z</dcterms:modified>
</cp:coreProperties>
</file>